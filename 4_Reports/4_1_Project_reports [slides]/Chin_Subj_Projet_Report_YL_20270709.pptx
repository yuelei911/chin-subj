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14"/>
  </p:notesMasterIdLst>
  <p:sldIdLst>
    <p:sldId id="256" r:id="rId2"/>
    <p:sldId id="364" r:id="rId3"/>
    <p:sldId id="342" r:id="rId4"/>
    <p:sldId id="399" r:id="rId5"/>
    <p:sldId id="379" r:id="rId6"/>
    <p:sldId id="414" r:id="rId7"/>
    <p:sldId id="427" r:id="rId8"/>
    <p:sldId id="409" r:id="rId9"/>
    <p:sldId id="428" r:id="rId10"/>
    <p:sldId id="423" r:id="rId11"/>
    <p:sldId id="426" r:id="rId12"/>
    <p:sldId id="406" r:id="rId13"/>
  </p:sldIdLst>
  <p:sldSz cx="9144000" cy="5143500" type="screen16x9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588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1D69A3"/>
    <a:srgbClr val="F2B90A"/>
    <a:srgbClr val="006369"/>
    <a:srgbClr val="32766E"/>
    <a:srgbClr val="92D050"/>
    <a:srgbClr val="84CBC3"/>
    <a:srgbClr val="F2F2F2"/>
    <a:srgbClr val="F8D158"/>
    <a:srgbClr val="4BB1A5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6614" autoAdjust="0"/>
    <p:restoredTop sz="96182" autoAdjust="0"/>
  </p:normalViewPr>
  <p:slideViewPr>
    <p:cSldViewPr>
      <p:cViewPr varScale="1">
        <p:scale>
          <a:sx n="121" d="100"/>
          <a:sy n="121" d="100"/>
        </p:scale>
        <p:origin x="302" y="77"/>
      </p:cViewPr>
      <p:guideLst>
        <p:guide orient="horz" pos="1588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186" d="100"/>
        <a:sy n="186" d="100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2A48B96-639E-45A3-A0BA-2464DFDB1FAA}" type="datetimeFigureOut">
              <a:rPr lang="zh-CN" altLang="en-US" smtClean="0"/>
              <a:t>2026/7/9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6837353-30EB-4A48-80EB-173D804AEFBD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27919364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035C5D1-AD16-4B01-871F-DE047A6CFB67}" type="datetimeFigureOut">
              <a:rPr lang="zh-CN" altLang="en-US" smtClean="0"/>
              <a:t>2026/7/9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BCDE635-3FC4-4B83-A3D1-632FFA341E9A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/>
    </mc:Choice>
    <mc:Fallback xmlns="">
      <p:transition spd="slow" advClick="0"/>
    </mc:Fallback>
  </mc:AlternateConten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035C5D1-AD16-4B01-871F-DE047A6CFB67}" type="datetimeFigureOut">
              <a:rPr lang="zh-CN" altLang="en-US" smtClean="0"/>
              <a:t>2026/7/9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BCDE635-3FC4-4B83-A3D1-632FFA341E9A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/>
    </mc:Choice>
    <mc:Fallback xmlns="">
      <p:transition spd="slow" advClick="0"/>
    </mc:Fallback>
  </mc:AlternateConten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035C5D1-AD16-4B01-871F-DE047A6CFB67}" type="datetimeFigureOut">
              <a:rPr lang="zh-CN" altLang="en-US" smtClean="0"/>
              <a:t>2026/7/9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BCDE635-3FC4-4B83-A3D1-632FFA341E9A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/>
    </mc:Choice>
    <mc:Fallback xmlns="">
      <p:transition spd="slow" advClick="0"/>
    </mc:Fallback>
  </mc:AlternateConten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035C5D1-AD16-4B01-871F-DE047A6CFB67}" type="datetimeFigureOut">
              <a:rPr lang="zh-CN" altLang="en-US" smtClean="0"/>
              <a:t>2026/7/9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BCDE635-3FC4-4B83-A3D1-632FFA341E9A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/>
    </mc:Choice>
    <mc:Fallback xmlns="">
      <p:transition spd="slow" advClick="0"/>
    </mc:Fallback>
  </mc:AlternateConten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035C5D1-AD16-4B01-871F-DE047A6CFB67}" type="datetimeFigureOut">
              <a:rPr lang="zh-CN" altLang="en-US" smtClean="0"/>
              <a:t>2026/7/9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BCDE635-3FC4-4B83-A3D1-632FFA341E9A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/>
    </mc:Choice>
    <mc:Fallback xmlns="">
      <p:transition spd="slow" advClick="0"/>
    </mc:Fallback>
  </mc:AlternateConten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035C5D1-AD16-4B01-871F-DE047A6CFB67}" type="datetimeFigureOut">
              <a:rPr lang="zh-CN" altLang="en-US" smtClean="0"/>
              <a:t>2026/7/9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BCDE635-3FC4-4B83-A3D1-632FFA341E9A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/>
    </mc:Choice>
    <mc:Fallback xmlns="">
      <p:transition spd="slow" advClick="0"/>
    </mc:Fallback>
  </mc:AlternateConten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_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035C5D1-AD16-4B01-871F-DE047A6CFB67}" type="datetimeFigureOut">
              <a:rPr lang="zh-CN" altLang="en-US" smtClean="0"/>
              <a:t>2026/7/9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BCDE635-3FC4-4B83-A3D1-632FFA341E9A}" type="slidenum">
              <a:rPr lang="zh-CN" altLang="en-US" smtClean="0"/>
              <a:t>‹#›</a:t>
            </a:fld>
            <a:endParaRPr lang="zh-CN" altLang="en-US"/>
          </a:p>
        </p:txBody>
      </p:sp>
      <p:sp>
        <p:nvSpPr>
          <p:cNvPr id="7" name="矩形 6"/>
          <p:cNvSpPr/>
          <p:nvPr userDrawn="1"/>
        </p:nvSpPr>
        <p:spPr>
          <a:xfrm>
            <a:off x="3845849" y="14453070"/>
            <a:ext cx="966254" cy="2308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1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</a:rPr>
              <a:t>PPT</a:t>
            </a:r>
            <a:r>
              <a:rPr kumimoji="0" lang="zh-CN" altLang="en-US" sz="1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</a:rPr>
              <a:t>模板下载：</a:t>
            </a:r>
            <a:r>
              <a:rPr kumimoji="0" lang="en-US" altLang="zh-CN" sz="1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</a:rPr>
              <a:t>www.1ppt.com/moban/          </a:t>
            </a:r>
            <a:r>
              <a:rPr kumimoji="0" lang="zh-CN" altLang="en-US" sz="1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</a:rPr>
              <a:t>行业</a:t>
            </a:r>
            <a:r>
              <a:rPr kumimoji="0" lang="en-US" altLang="zh-CN" sz="1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</a:rPr>
              <a:t>PPT</a:t>
            </a:r>
            <a:r>
              <a:rPr kumimoji="0" lang="zh-CN" altLang="en-US" sz="1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</a:rPr>
              <a:t>模板：</a:t>
            </a:r>
            <a:r>
              <a:rPr kumimoji="0" lang="en-US" altLang="zh-CN" sz="1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</a:rPr>
              <a:t>www.1ppt.com/hangye/ </a:t>
            </a:r>
          </a:p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</a:rPr>
              <a:t>节日</a:t>
            </a:r>
            <a:r>
              <a:rPr kumimoji="0" lang="en-US" altLang="zh-CN" sz="1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</a:rPr>
              <a:t>PPT</a:t>
            </a:r>
            <a:r>
              <a:rPr kumimoji="0" lang="zh-CN" altLang="en-US" sz="1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</a:rPr>
              <a:t>模板：</a:t>
            </a:r>
            <a:r>
              <a:rPr kumimoji="0" lang="en-US" altLang="zh-CN" sz="1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</a:rPr>
              <a:t>www.1ppt.com/jieri/          PPT</a:t>
            </a:r>
            <a:r>
              <a:rPr kumimoji="0" lang="zh-CN" altLang="en-US" sz="1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</a:rPr>
              <a:t>素材：</a:t>
            </a:r>
            <a:r>
              <a:rPr kumimoji="0" lang="en-US" altLang="zh-CN" sz="1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</a:rPr>
              <a:t>www.1ppt.com/sucai/</a:t>
            </a:r>
          </a:p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1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</a:rPr>
              <a:t>PPT</a:t>
            </a:r>
            <a:r>
              <a:rPr kumimoji="0" lang="zh-CN" altLang="en-US" sz="1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</a:rPr>
              <a:t>背景图片：</a:t>
            </a:r>
            <a:r>
              <a:rPr kumimoji="0" lang="en-US" altLang="zh-CN" sz="1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</a:rPr>
              <a:t>www.1ppt.com/beijing/        PPT</a:t>
            </a:r>
            <a:r>
              <a:rPr kumimoji="0" lang="zh-CN" altLang="en-US" sz="1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</a:rPr>
              <a:t>图表：</a:t>
            </a:r>
            <a:r>
              <a:rPr kumimoji="0" lang="en-US" altLang="zh-CN" sz="1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</a:rPr>
              <a:t>www.1ppt.com/tubiao/      </a:t>
            </a:r>
          </a:p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</a:rPr>
              <a:t>精美</a:t>
            </a:r>
            <a:r>
              <a:rPr kumimoji="0" lang="en-US" altLang="zh-CN" sz="1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</a:rPr>
              <a:t>PPT</a:t>
            </a:r>
            <a:r>
              <a:rPr kumimoji="0" lang="zh-CN" altLang="en-US" sz="1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</a:rPr>
              <a:t>下载：</a:t>
            </a:r>
            <a:r>
              <a:rPr kumimoji="0" lang="en-US" altLang="zh-CN" sz="1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</a:rPr>
              <a:t>www.1ppt.com/xiazai/         PPT</a:t>
            </a:r>
            <a:r>
              <a:rPr kumimoji="0" lang="zh-CN" altLang="en-US" sz="1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</a:rPr>
              <a:t>教程： </a:t>
            </a:r>
            <a:r>
              <a:rPr kumimoji="0" lang="en-US" altLang="zh-CN" sz="1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</a:rPr>
              <a:t>www.1ppt.com/powerpoint/      </a:t>
            </a:r>
          </a:p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1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</a:rPr>
              <a:t>PPT</a:t>
            </a:r>
            <a:r>
              <a:rPr kumimoji="0" lang="zh-CN" altLang="en-US" sz="1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</a:rPr>
              <a:t>课件：</a:t>
            </a:r>
            <a:r>
              <a:rPr kumimoji="0" lang="en-US" altLang="zh-CN" sz="1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</a:rPr>
              <a:t>www.1ppt.com/kejian/             </a:t>
            </a:r>
            <a:r>
              <a:rPr kumimoji="0" lang="zh-CN" altLang="en-US" sz="1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</a:rPr>
              <a:t>字体下载：</a:t>
            </a:r>
            <a:r>
              <a:rPr kumimoji="0" lang="en-US" altLang="zh-CN" sz="1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</a:rPr>
              <a:t>www.1ppt.com/ziti/</a:t>
            </a:r>
          </a:p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</a:rPr>
              <a:t>工作总结</a:t>
            </a:r>
            <a:r>
              <a:rPr kumimoji="0" lang="en-US" altLang="zh-CN" sz="1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</a:rPr>
              <a:t>PPT</a:t>
            </a:r>
            <a:r>
              <a:rPr kumimoji="0" lang="zh-CN" altLang="en-US" sz="1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</a:rPr>
              <a:t>：</a:t>
            </a:r>
            <a:r>
              <a:rPr kumimoji="0" lang="en-US" altLang="zh-CN" sz="1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</a:rPr>
              <a:t>www.1ppt.com/xiazai/zongjie/ </a:t>
            </a:r>
            <a:r>
              <a:rPr kumimoji="0" lang="zh-CN" altLang="en-US" sz="1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</a:rPr>
              <a:t>工作计划：</a:t>
            </a:r>
            <a:r>
              <a:rPr kumimoji="0" lang="en-US" altLang="zh-CN" sz="1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</a:rPr>
              <a:t>www.1ppt.com/xiazai/jihua/</a:t>
            </a:r>
          </a:p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</a:rPr>
              <a:t>商务</a:t>
            </a:r>
            <a:r>
              <a:rPr kumimoji="0" lang="en-US" altLang="zh-CN" sz="1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</a:rPr>
              <a:t>PPT</a:t>
            </a:r>
            <a:r>
              <a:rPr kumimoji="0" lang="zh-CN" altLang="en-US" sz="1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</a:rPr>
              <a:t>模板：</a:t>
            </a:r>
            <a:r>
              <a:rPr kumimoji="0" lang="en-US" altLang="zh-CN" sz="1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</a:rPr>
              <a:t>www.1ppt.com/moban/shangwu/  </a:t>
            </a:r>
            <a:r>
              <a:rPr kumimoji="0" lang="zh-CN" altLang="en-US" sz="1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</a:rPr>
              <a:t>个人简历</a:t>
            </a:r>
            <a:r>
              <a:rPr kumimoji="0" lang="en-US" altLang="zh-CN" sz="1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</a:rPr>
              <a:t>PPT</a:t>
            </a:r>
            <a:r>
              <a:rPr kumimoji="0" lang="zh-CN" altLang="en-US" sz="1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</a:rPr>
              <a:t>：</a:t>
            </a:r>
            <a:r>
              <a:rPr kumimoji="0" lang="en-US" altLang="zh-CN" sz="1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</a:rPr>
              <a:t>www.1ppt.com/xiazai/jianli/  </a:t>
            </a:r>
          </a:p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</a:rPr>
              <a:t>毕业答辩</a:t>
            </a:r>
            <a:r>
              <a:rPr kumimoji="0" lang="en-US" altLang="zh-CN" sz="1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</a:rPr>
              <a:t>PPT</a:t>
            </a:r>
            <a:r>
              <a:rPr kumimoji="0" lang="zh-CN" altLang="en-US" sz="1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</a:rPr>
              <a:t>：</a:t>
            </a:r>
            <a:r>
              <a:rPr kumimoji="0" lang="en-US" altLang="zh-CN" sz="1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</a:rPr>
              <a:t>www.1ppt.com/xiazai/dabian/  </a:t>
            </a:r>
            <a:r>
              <a:rPr kumimoji="0" lang="zh-CN" altLang="en-US" sz="1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</a:rPr>
              <a:t>工作汇报</a:t>
            </a:r>
            <a:r>
              <a:rPr kumimoji="0" lang="en-US" altLang="zh-CN" sz="1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</a:rPr>
              <a:t>PPT</a:t>
            </a:r>
            <a:r>
              <a:rPr kumimoji="0" lang="zh-CN" altLang="en-US" sz="1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</a:rPr>
              <a:t>：</a:t>
            </a:r>
            <a:r>
              <a:rPr kumimoji="0" lang="en-US" altLang="zh-CN" sz="1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</a:rPr>
              <a:t>www.1ppt.com/xiazai/huibao/    </a:t>
            </a:r>
          </a:p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1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</a:rPr>
              <a:t> 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/>
    </mc:Choice>
    <mc:Fallback xmlns="">
      <p:transition spd="slow" advClick="0"/>
    </mc:Fallback>
  </mc:AlternateConten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/>
    </mc:Choice>
    <mc:Fallback xmlns="">
      <p:transition spd="slow" advClick="0"/>
    </mc:Fallback>
  </mc:AlternateConten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9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457200" y="205978"/>
            <a:ext cx="8229600" cy="85725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457200" y="1200151"/>
            <a:ext cx="8229600" cy="339447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457200" y="4767263"/>
            <a:ext cx="21336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035C5D1-AD16-4B01-871F-DE047A6CFB67}" type="datetimeFigureOut">
              <a:rPr lang="zh-CN" altLang="en-US" smtClean="0"/>
              <a:t>2026/7/9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3124200" y="4767263"/>
            <a:ext cx="28956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6553200" y="4767263"/>
            <a:ext cx="21336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BCDE635-3FC4-4B83-A3D1-632FFA341E9A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</p:sldLayoutIdLst>
  <mc:AlternateContent xmlns:mc="http://schemas.openxmlformats.org/markup-compatibility/2006" xmlns:p14="http://schemas.microsoft.com/office/powerpoint/2010/main">
    <mc:Choice Requires="p14">
      <p:transition spd="slow" p14:dur="2000" advClick="0"/>
    </mc:Choice>
    <mc:Fallback xmlns="">
      <p:transition spd="slow" advClick="0"/>
    </mc:Fallback>
  </mc:AlternateConten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.jp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5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7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9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jpeg"/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3.png"/><Relationship Id="rId5" Type="http://schemas.openxmlformats.org/officeDocument/2006/relationships/image" Target="../media/image12.png"/><Relationship Id="rId4" Type="http://schemas.openxmlformats.org/officeDocument/2006/relationships/image" Target="../media/image11.png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6.png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TextBox 21"/>
          <p:cNvSpPr txBox="1"/>
          <p:nvPr/>
        </p:nvSpPr>
        <p:spPr>
          <a:xfrm>
            <a:off x="568976" y="1548547"/>
            <a:ext cx="8136904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2400" b="1" dirty="0">
                <a:ln w="6350">
                  <a:noFill/>
                </a:ln>
                <a:solidFill>
                  <a:schemeClr val="tx1">
                    <a:lumMod val="75000"/>
                  </a:schemeClr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Profiling the Chinese Participants in Psychological Science: Non-WEIRD but Not Representative</a:t>
            </a:r>
            <a:endParaRPr lang="zh-CN" altLang="en-US" sz="2400" b="1" dirty="0">
              <a:ln w="6350">
                <a:noFill/>
              </a:ln>
              <a:solidFill>
                <a:schemeClr val="tx1">
                  <a:lumMod val="75000"/>
                </a:schemeClr>
              </a:solidFill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11" name="文本框 10"/>
          <p:cNvSpPr txBox="1"/>
          <p:nvPr/>
        </p:nvSpPr>
        <p:spPr>
          <a:xfrm>
            <a:off x="4825365" y="5765165"/>
            <a:ext cx="254127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>
                <a:solidFill>
                  <a:schemeClr val="bg2">
                    <a:lumMod val="90000"/>
                  </a:schemeClr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华中师范大学研究生会</a:t>
            </a:r>
          </a:p>
        </p:txBody>
      </p:sp>
      <p:sp>
        <p:nvSpPr>
          <p:cNvPr id="2" name="文本框 1">
            <a:extLst>
              <a:ext uri="{FF2B5EF4-FFF2-40B4-BE49-F238E27FC236}">
                <a16:creationId xmlns:a16="http://schemas.microsoft.com/office/drawing/2014/main" id="{DEAB07A2-5E3E-4E2D-A5F2-9F0CD9558348}"/>
              </a:ext>
            </a:extLst>
          </p:cNvPr>
          <p:cNvSpPr txBox="1"/>
          <p:nvPr/>
        </p:nvSpPr>
        <p:spPr>
          <a:xfrm>
            <a:off x="2555776" y="2859782"/>
            <a:ext cx="4307320" cy="41742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ct val="150000"/>
              </a:lnSpc>
            </a:pPr>
            <a:r>
              <a:rPr lang="en-US" altLang="zh-CN" sz="1600" dirty="0">
                <a:latin typeface="Times New Roman" panose="02020603050405020304" pitchFamily="18" charset="0"/>
              </a:rPr>
              <a:t>2027.07.13</a:t>
            </a:r>
          </a:p>
        </p:txBody>
      </p:sp>
      <p:pic>
        <p:nvPicPr>
          <p:cNvPr id="8" name="图片 7">
            <a:extLst>
              <a:ext uri="{FF2B5EF4-FFF2-40B4-BE49-F238E27FC236}">
                <a16:creationId xmlns:a16="http://schemas.microsoft.com/office/drawing/2014/main" id="{E7127107-5B9A-8C79-3179-B0FA90BE8D36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79866"/>
          <a:stretch/>
        </p:blipFill>
        <p:spPr>
          <a:xfrm>
            <a:off x="-1" y="-1474"/>
            <a:ext cx="9144000" cy="873798"/>
          </a:xfrm>
          <a:prstGeom prst="rect">
            <a:avLst/>
          </a:prstGeom>
        </p:spPr>
      </p:pic>
      <p:pic>
        <p:nvPicPr>
          <p:cNvPr id="10" name="图片 9">
            <a:extLst>
              <a:ext uri="{FF2B5EF4-FFF2-40B4-BE49-F238E27FC236}">
                <a16:creationId xmlns:a16="http://schemas.microsoft.com/office/drawing/2014/main" id="{9397EB02-DA8A-AA03-5DF8-A6DCE59832AB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79866"/>
          <a:stretch/>
        </p:blipFill>
        <p:spPr>
          <a:xfrm>
            <a:off x="0" y="4636537"/>
            <a:ext cx="9144000" cy="873798"/>
          </a:xfrm>
          <a:prstGeom prst="rect">
            <a:avLst/>
          </a:prstGeom>
        </p:spPr>
      </p:pic>
      <p:pic>
        <p:nvPicPr>
          <p:cNvPr id="6" name="图片 5">
            <a:extLst>
              <a:ext uri="{FF2B5EF4-FFF2-40B4-BE49-F238E27FC236}">
                <a16:creationId xmlns:a16="http://schemas.microsoft.com/office/drawing/2014/main" id="{3101FFFF-0076-95D5-483D-33F95D91DF0B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77174" b="79866"/>
          <a:stretch/>
        </p:blipFill>
        <p:spPr>
          <a:xfrm>
            <a:off x="-1" y="-11403"/>
            <a:ext cx="3347865" cy="873798"/>
          </a:xfrm>
          <a:prstGeom prst="rect">
            <a:avLst/>
          </a:prstGeom>
          <a:ln>
            <a:noFill/>
          </a:ln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/>
    </mc:Choice>
    <mc:Fallback xmlns="">
      <p:transition spd="slow" advClick="0"/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文本框 21">
            <a:extLst>
              <a:ext uri="{FF2B5EF4-FFF2-40B4-BE49-F238E27FC236}">
                <a16:creationId xmlns:a16="http://schemas.microsoft.com/office/drawing/2014/main" id="{B88974F9-C3BD-40B5-B66C-3201FA80F80F}"/>
              </a:ext>
            </a:extLst>
          </p:cNvPr>
          <p:cNvSpPr txBox="1"/>
          <p:nvPr/>
        </p:nvSpPr>
        <p:spPr>
          <a:xfrm>
            <a:off x="320472" y="1419622"/>
            <a:ext cx="8496944" cy="253274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indent="457200" algn="just">
              <a:lnSpc>
                <a:spcPct val="150000"/>
              </a:lnSpc>
            </a:pPr>
            <a:r>
              <a:rPr lang="en-US" altLang="zh-CN" dirty="0">
                <a:latin typeface="Times New Roman" panose="02020603050405020304" pitchFamily="18" charset="0"/>
              </a:rPr>
              <a:t>Henrich et al. (2010) posit the </a:t>
            </a:r>
            <a:r>
              <a:rPr lang="en-US" altLang="zh-CN" b="1" dirty="0">
                <a:latin typeface="Times New Roman" panose="02020603050405020304" pitchFamily="18" charset="0"/>
              </a:rPr>
              <a:t>WEIRD</a:t>
            </a:r>
            <a:r>
              <a:rPr lang="en-US" altLang="zh-CN" dirty="0">
                <a:latin typeface="Times New Roman" panose="02020603050405020304" pitchFamily="18" charset="0"/>
              </a:rPr>
              <a:t> problems to draw researchers’ attention to the severe lack of participants. Regrettably, this issue has barely to changed in past two decades (</a:t>
            </a:r>
            <a:r>
              <a:rPr lang="pt-BR" altLang="zh-CN" dirty="0">
                <a:latin typeface="Times New Roman" panose="02020603050405020304" pitchFamily="18" charset="0"/>
              </a:rPr>
              <a:t>Sanches de Oliveira &amp; Baggs, 2023</a:t>
            </a:r>
            <a:r>
              <a:rPr lang="en-US" altLang="zh-CN" dirty="0">
                <a:latin typeface="Times New Roman" panose="02020603050405020304" pitchFamily="18" charset="0"/>
              </a:rPr>
              <a:t>). To solve this problem, scholars have sought to collect more participants from non-WEIRD regions.</a:t>
            </a:r>
          </a:p>
          <a:p>
            <a:pPr indent="457200" algn="just">
              <a:lnSpc>
                <a:spcPct val="150000"/>
              </a:lnSpc>
            </a:pPr>
            <a:r>
              <a:rPr lang="en-US" altLang="zh-CN" dirty="0">
                <a:latin typeface="Times New Roman" panose="02020603050405020304" pitchFamily="18" charset="0"/>
              </a:rPr>
              <a:t>Nevertheless, a critical unresolved question remains: whether participants recruited from non-WEIRD regions can represent their local population.</a:t>
            </a:r>
            <a:endParaRPr lang="zh-CN" altLang="en-US" dirty="0">
              <a:latin typeface="Times New Roman" panose="02020603050405020304" pitchFamily="18" charset="0"/>
            </a:endParaRPr>
          </a:p>
        </p:txBody>
      </p:sp>
      <p:pic>
        <p:nvPicPr>
          <p:cNvPr id="4" name="图片 3">
            <a:extLst>
              <a:ext uri="{FF2B5EF4-FFF2-40B4-BE49-F238E27FC236}">
                <a16:creationId xmlns:a16="http://schemas.microsoft.com/office/drawing/2014/main" id="{4A0F248E-E0AB-AC30-BEE2-DC173F38B385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84941"/>
          <a:stretch/>
        </p:blipFill>
        <p:spPr>
          <a:xfrm>
            <a:off x="-3056" y="-28998"/>
            <a:ext cx="9144000" cy="653540"/>
          </a:xfrm>
          <a:prstGeom prst="rect">
            <a:avLst/>
          </a:prstGeom>
        </p:spPr>
      </p:pic>
      <p:pic>
        <p:nvPicPr>
          <p:cNvPr id="8" name="图片 7">
            <a:extLst>
              <a:ext uri="{FF2B5EF4-FFF2-40B4-BE49-F238E27FC236}">
                <a16:creationId xmlns:a16="http://schemas.microsoft.com/office/drawing/2014/main" id="{766751B0-3CAF-B842-D121-05CE05EE7375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77174" b="79866"/>
          <a:stretch/>
        </p:blipFill>
        <p:spPr>
          <a:xfrm>
            <a:off x="-1" y="0"/>
            <a:ext cx="3347865" cy="624542"/>
          </a:xfrm>
          <a:prstGeom prst="rect">
            <a:avLst/>
          </a:prstGeom>
          <a:ln>
            <a:noFill/>
          </a:ln>
        </p:spPr>
      </p:pic>
      <p:sp>
        <p:nvSpPr>
          <p:cNvPr id="6" name="文本框 5">
            <a:extLst>
              <a:ext uri="{FF2B5EF4-FFF2-40B4-BE49-F238E27FC236}">
                <a16:creationId xmlns:a16="http://schemas.microsoft.com/office/drawing/2014/main" id="{6B4EB51A-B05E-A408-763F-31A3186BC5C3}"/>
              </a:ext>
            </a:extLst>
          </p:cNvPr>
          <p:cNvSpPr txBox="1"/>
          <p:nvPr/>
        </p:nvSpPr>
        <p:spPr>
          <a:xfrm>
            <a:off x="107504" y="66939"/>
            <a:ext cx="2911566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2400" b="1" dirty="0">
                <a:solidFill>
                  <a:schemeClr val="bg1"/>
                </a:solidFill>
              </a:rPr>
              <a:t>Research background</a:t>
            </a:r>
            <a:endParaRPr lang="zh-CN" altLang="en-US" sz="2400" b="1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947086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/>
    </mc:Choice>
    <mc:Fallback xmlns="">
      <p:transition spd="slow" advClick="0"/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文本框 10"/>
          <p:cNvSpPr txBox="1"/>
          <p:nvPr/>
        </p:nvSpPr>
        <p:spPr>
          <a:xfrm>
            <a:off x="4825365" y="5765165"/>
            <a:ext cx="254127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>
                <a:solidFill>
                  <a:schemeClr val="bg2">
                    <a:lumMod val="90000"/>
                  </a:schemeClr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华中师范大学研究生会</a:t>
            </a:r>
          </a:p>
        </p:txBody>
      </p:sp>
      <p:grpSp>
        <p:nvGrpSpPr>
          <p:cNvPr id="19" name="组合 18">
            <a:extLst>
              <a:ext uri="{FF2B5EF4-FFF2-40B4-BE49-F238E27FC236}">
                <a16:creationId xmlns:a16="http://schemas.microsoft.com/office/drawing/2014/main" id="{B9E3D964-AA9B-4908-A9BD-60003571FF89}"/>
              </a:ext>
            </a:extLst>
          </p:cNvPr>
          <p:cNvGrpSpPr/>
          <p:nvPr/>
        </p:nvGrpSpPr>
        <p:grpSpPr>
          <a:xfrm>
            <a:off x="2630027" y="634875"/>
            <a:ext cx="2296586" cy="2042303"/>
            <a:chOff x="71806" y="1541977"/>
            <a:chExt cx="2296586" cy="2042303"/>
          </a:xfrm>
        </p:grpSpPr>
        <p:grpSp>
          <p:nvGrpSpPr>
            <p:cNvPr id="20" name="组合 19">
              <a:extLst>
                <a:ext uri="{FF2B5EF4-FFF2-40B4-BE49-F238E27FC236}">
                  <a16:creationId xmlns:a16="http://schemas.microsoft.com/office/drawing/2014/main" id="{9100B95F-F754-4FEE-BB2B-3529BA8EFB86}"/>
                </a:ext>
              </a:extLst>
            </p:cNvPr>
            <p:cNvGrpSpPr/>
            <p:nvPr/>
          </p:nvGrpSpPr>
          <p:grpSpPr>
            <a:xfrm>
              <a:off x="213579" y="1541977"/>
              <a:ext cx="2154813" cy="1636684"/>
              <a:chOff x="213579" y="1541977"/>
              <a:chExt cx="2154813" cy="1636684"/>
            </a:xfrm>
          </p:grpSpPr>
          <p:grpSp>
            <p:nvGrpSpPr>
              <p:cNvPr id="23" name="组合 22">
                <a:extLst>
                  <a:ext uri="{FF2B5EF4-FFF2-40B4-BE49-F238E27FC236}">
                    <a16:creationId xmlns:a16="http://schemas.microsoft.com/office/drawing/2014/main" id="{F5E4A37B-9992-4C45-881C-8C4140712634}"/>
                  </a:ext>
                </a:extLst>
              </p:cNvPr>
              <p:cNvGrpSpPr/>
              <p:nvPr/>
            </p:nvGrpSpPr>
            <p:grpSpPr>
              <a:xfrm>
                <a:off x="268019" y="1736988"/>
                <a:ext cx="1033010" cy="1175560"/>
                <a:chOff x="268019" y="1736988"/>
                <a:chExt cx="1033010" cy="1175560"/>
              </a:xfrm>
            </p:grpSpPr>
            <p:grpSp>
              <p:nvGrpSpPr>
                <p:cNvPr id="81" name="组合 80">
                  <a:extLst>
                    <a:ext uri="{FF2B5EF4-FFF2-40B4-BE49-F238E27FC236}">
                      <a16:creationId xmlns:a16="http://schemas.microsoft.com/office/drawing/2014/main" id="{6CA67832-57EE-465C-8AEA-DD528F314A8F}"/>
                    </a:ext>
                  </a:extLst>
                </p:cNvPr>
                <p:cNvGrpSpPr/>
                <p:nvPr/>
              </p:nvGrpSpPr>
              <p:grpSpPr>
                <a:xfrm rot="20252617">
                  <a:off x="427530" y="1736988"/>
                  <a:ext cx="873499" cy="1175560"/>
                  <a:chOff x="5370965" y="1680603"/>
                  <a:chExt cx="1793323" cy="2133285"/>
                </a:xfrm>
                <a:solidFill>
                  <a:schemeClr val="bg1"/>
                </a:solidFill>
              </p:grpSpPr>
              <p:sp>
                <p:nvSpPr>
                  <p:cNvPr id="83" name="矩形 82">
                    <a:extLst>
                      <a:ext uri="{FF2B5EF4-FFF2-40B4-BE49-F238E27FC236}">
                        <a16:creationId xmlns:a16="http://schemas.microsoft.com/office/drawing/2014/main" id="{4A54D149-9F92-48F6-9FD9-B79BF8613A97}"/>
                      </a:ext>
                    </a:extLst>
                  </p:cNvPr>
                  <p:cNvSpPr/>
                  <p:nvPr/>
                </p:nvSpPr>
                <p:spPr>
                  <a:xfrm>
                    <a:off x="5370965" y="1680603"/>
                    <a:ext cx="1793323" cy="2133285"/>
                  </a:xfrm>
                  <a:prstGeom prst="rect">
                    <a:avLst/>
                  </a:prstGeom>
                  <a:grpFill/>
                  <a:ln>
                    <a:solidFill>
                      <a:schemeClr val="tx1">
                        <a:lumMod val="50000"/>
                      </a:schemeClr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zh-CN" altLang="en-US"/>
                  </a:p>
                </p:txBody>
              </p:sp>
              <p:cxnSp>
                <p:nvCxnSpPr>
                  <p:cNvPr id="84" name="直接连接符 83">
                    <a:extLst>
                      <a:ext uri="{FF2B5EF4-FFF2-40B4-BE49-F238E27FC236}">
                        <a16:creationId xmlns:a16="http://schemas.microsoft.com/office/drawing/2014/main" id="{836D1EDB-9358-48A7-A9BB-DD827D28C2A5}"/>
                      </a:ext>
                    </a:extLst>
                  </p:cNvPr>
                  <p:cNvCxnSpPr/>
                  <p:nvPr/>
                </p:nvCxnSpPr>
                <p:spPr>
                  <a:xfrm>
                    <a:off x="5527108" y="2067694"/>
                    <a:ext cx="1368000" cy="0"/>
                  </a:xfrm>
                  <a:prstGeom prst="line">
                    <a:avLst/>
                  </a:prstGeom>
                  <a:grpFill/>
                </p:spPr>
                <p:style>
                  <a:lnRef idx="1">
                    <a:schemeClr val="dk1"/>
                  </a:lnRef>
                  <a:fillRef idx="0">
                    <a:schemeClr val="dk1"/>
                  </a:fillRef>
                  <a:effectRef idx="0">
                    <a:schemeClr val="dk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85" name="直接连接符 84">
                    <a:extLst>
                      <a:ext uri="{FF2B5EF4-FFF2-40B4-BE49-F238E27FC236}">
                        <a16:creationId xmlns:a16="http://schemas.microsoft.com/office/drawing/2014/main" id="{CA3646C5-EC6E-4D9A-A3BB-E2636E638B34}"/>
                      </a:ext>
                    </a:extLst>
                  </p:cNvPr>
                  <p:cNvCxnSpPr/>
                  <p:nvPr/>
                </p:nvCxnSpPr>
                <p:spPr>
                  <a:xfrm>
                    <a:off x="5527108" y="2283718"/>
                    <a:ext cx="1368000" cy="0"/>
                  </a:xfrm>
                  <a:prstGeom prst="line">
                    <a:avLst/>
                  </a:prstGeom>
                  <a:grpFill/>
                </p:spPr>
                <p:style>
                  <a:lnRef idx="1">
                    <a:schemeClr val="dk1"/>
                  </a:lnRef>
                  <a:fillRef idx="0">
                    <a:schemeClr val="dk1"/>
                  </a:fillRef>
                  <a:effectRef idx="0">
                    <a:schemeClr val="dk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86" name="直接连接符 85">
                    <a:extLst>
                      <a:ext uri="{FF2B5EF4-FFF2-40B4-BE49-F238E27FC236}">
                        <a16:creationId xmlns:a16="http://schemas.microsoft.com/office/drawing/2014/main" id="{F80C5F5F-020A-45E1-B318-A68B1CF5914C}"/>
                      </a:ext>
                    </a:extLst>
                  </p:cNvPr>
                  <p:cNvCxnSpPr/>
                  <p:nvPr/>
                </p:nvCxnSpPr>
                <p:spPr>
                  <a:xfrm>
                    <a:off x="5527108" y="2499742"/>
                    <a:ext cx="864096" cy="0"/>
                  </a:xfrm>
                  <a:prstGeom prst="line">
                    <a:avLst/>
                  </a:prstGeom>
                  <a:grpFill/>
                </p:spPr>
                <p:style>
                  <a:lnRef idx="1">
                    <a:schemeClr val="dk1"/>
                  </a:lnRef>
                  <a:fillRef idx="0">
                    <a:schemeClr val="dk1"/>
                  </a:fillRef>
                  <a:effectRef idx="0">
                    <a:schemeClr val="dk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87" name="直接连接符 86">
                    <a:extLst>
                      <a:ext uri="{FF2B5EF4-FFF2-40B4-BE49-F238E27FC236}">
                        <a16:creationId xmlns:a16="http://schemas.microsoft.com/office/drawing/2014/main" id="{7EA886B0-A7FA-4348-95AD-46B5430293DE}"/>
                      </a:ext>
                    </a:extLst>
                  </p:cNvPr>
                  <p:cNvCxnSpPr/>
                  <p:nvPr/>
                </p:nvCxnSpPr>
                <p:spPr>
                  <a:xfrm>
                    <a:off x="5527108" y="2715766"/>
                    <a:ext cx="1368000" cy="0"/>
                  </a:xfrm>
                  <a:prstGeom prst="line">
                    <a:avLst/>
                  </a:prstGeom>
                  <a:grpFill/>
                </p:spPr>
                <p:style>
                  <a:lnRef idx="1">
                    <a:schemeClr val="dk1"/>
                  </a:lnRef>
                  <a:fillRef idx="0">
                    <a:schemeClr val="dk1"/>
                  </a:fillRef>
                  <a:effectRef idx="0">
                    <a:schemeClr val="dk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88" name="直接连接符 87">
                    <a:extLst>
                      <a:ext uri="{FF2B5EF4-FFF2-40B4-BE49-F238E27FC236}">
                        <a16:creationId xmlns:a16="http://schemas.microsoft.com/office/drawing/2014/main" id="{45E740AD-D154-46A9-ACE6-FBBADCDF11D0}"/>
                      </a:ext>
                    </a:extLst>
                  </p:cNvPr>
                  <p:cNvCxnSpPr/>
                  <p:nvPr/>
                </p:nvCxnSpPr>
                <p:spPr>
                  <a:xfrm>
                    <a:off x="5525896" y="2931790"/>
                    <a:ext cx="864096" cy="0"/>
                  </a:xfrm>
                  <a:prstGeom prst="line">
                    <a:avLst/>
                  </a:prstGeom>
                  <a:grpFill/>
                </p:spPr>
                <p:style>
                  <a:lnRef idx="1">
                    <a:schemeClr val="dk1"/>
                  </a:lnRef>
                  <a:fillRef idx="0">
                    <a:schemeClr val="dk1"/>
                  </a:fillRef>
                  <a:effectRef idx="0">
                    <a:schemeClr val="dk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89" name="直接连接符 88">
                    <a:extLst>
                      <a:ext uri="{FF2B5EF4-FFF2-40B4-BE49-F238E27FC236}">
                        <a16:creationId xmlns:a16="http://schemas.microsoft.com/office/drawing/2014/main" id="{9717BEC3-DB2C-43CB-8E23-638B23F95018}"/>
                      </a:ext>
                    </a:extLst>
                  </p:cNvPr>
                  <p:cNvCxnSpPr/>
                  <p:nvPr/>
                </p:nvCxnSpPr>
                <p:spPr>
                  <a:xfrm>
                    <a:off x="5525896" y="3147814"/>
                    <a:ext cx="1368000" cy="0"/>
                  </a:xfrm>
                  <a:prstGeom prst="line">
                    <a:avLst/>
                  </a:prstGeom>
                  <a:grpFill/>
                </p:spPr>
                <p:style>
                  <a:lnRef idx="1">
                    <a:schemeClr val="dk1"/>
                  </a:lnRef>
                  <a:fillRef idx="0">
                    <a:schemeClr val="dk1"/>
                  </a:fillRef>
                  <a:effectRef idx="0">
                    <a:schemeClr val="dk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90" name="直接连接符 89">
                    <a:extLst>
                      <a:ext uri="{FF2B5EF4-FFF2-40B4-BE49-F238E27FC236}">
                        <a16:creationId xmlns:a16="http://schemas.microsoft.com/office/drawing/2014/main" id="{75091CD0-B457-43C1-8CFD-648504D3715D}"/>
                      </a:ext>
                    </a:extLst>
                  </p:cNvPr>
                  <p:cNvCxnSpPr/>
                  <p:nvPr/>
                </p:nvCxnSpPr>
                <p:spPr>
                  <a:xfrm>
                    <a:off x="5525896" y="3363838"/>
                    <a:ext cx="864096" cy="0"/>
                  </a:xfrm>
                  <a:prstGeom prst="line">
                    <a:avLst/>
                  </a:prstGeom>
                  <a:grpFill/>
                </p:spPr>
                <p:style>
                  <a:lnRef idx="1">
                    <a:schemeClr val="dk1"/>
                  </a:lnRef>
                  <a:fillRef idx="0">
                    <a:schemeClr val="dk1"/>
                  </a:fillRef>
                  <a:effectRef idx="0">
                    <a:schemeClr val="dk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91" name="直接连接符 90">
                    <a:extLst>
                      <a:ext uri="{FF2B5EF4-FFF2-40B4-BE49-F238E27FC236}">
                        <a16:creationId xmlns:a16="http://schemas.microsoft.com/office/drawing/2014/main" id="{C9EE55D4-BFA1-437C-974B-80FBC45BD505}"/>
                      </a:ext>
                    </a:extLst>
                  </p:cNvPr>
                  <p:cNvCxnSpPr/>
                  <p:nvPr/>
                </p:nvCxnSpPr>
                <p:spPr>
                  <a:xfrm>
                    <a:off x="5525896" y="3579862"/>
                    <a:ext cx="864096" cy="0"/>
                  </a:xfrm>
                  <a:prstGeom prst="line">
                    <a:avLst/>
                  </a:prstGeom>
                  <a:grpFill/>
                </p:spPr>
                <p:style>
                  <a:lnRef idx="1">
                    <a:schemeClr val="dk1"/>
                  </a:lnRef>
                  <a:fillRef idx="0">
                    <a:schemeClr val="dk1"/>
                  </a:fillRef>
                  <a:effectRef idx="0">
                    <a:schemeClr val="dk1"/>
                  </a:effectRef>
                  <a:fontRef idx="minor">
                    <a:schemeClr val="tx1"/>
                  </a:fontRef>
                </p:style>
              </p:cxnSp>
            </p:grpSp>
            <p:sp>
              <p:nvSpPr>
                <p:cNvPr id="82" name="文本框 81">
                  <a:extLst>
                    <a:ext uri="{FF2B5EF4-FFF2-40B4-BE49-F238E27FC236}">
                      <a16:creationId xmlns:a16="http://schemas.microsoft.com/office/drawing/2014/main" id="{3D08B7B5-BF66-4BD2-9EE9-CDF49F81A613}"/>
                    </a:ext>
                  </a:extLst>
                </p:cNvPr>
                <p:cNvSpPr txBox="1"/>
                <p:nvPr/>
              </p:nvSpPr>
              <p:spPr>
                <a:xfrm rot="20357549">
                  <a:off x="268019" y="1790161"/>
                  <a:ext cx="748923" cy="261610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r>
                    <a:rPr lang="zh-CN" altLang="en-US" sz="1050"/>
                    <a:t>心理学报</a:t>
                  </a:r>
                </a:p>
              </p:txBody>
            </p:sp>
          </p:grpSp>
          <p:grpSp>
            <p:nvGrpSpPr>
              <p:cNvPr id="24" name="组合 23">
                <a:extLst>
                  <a:ext uri="{FF2B5EF4-FFF2-40B4-BE49-F238E27FC236}">
                    <a16:creationId xmlns:a16="http://schemas.microsoft.com/office/drawing/2014/main" id="{61E04235-FE77-4A2F-A555-13BB76599F4E}"/>
                  </a:ext>
                </a:extLst>
              </p:cNvPr>
              <p:cNvGrpSpPr/>
              <p:nvPr/>
            </p:nvGrpSpPr>
            <p:grpSpPr>
              <a:xfrm rot="2147229">
                <a:off x="654656" y="1541977"/>
                <a:ext cx="1101623" cy="1175560"/>
                <a:chOff x="199406" y="1736988"/>
                <a:chExt cx="1101623" cy="1175560"/>
              </a:xfrm>
            </p:grpSpPr>
            <p:grpSp>
              <p:nvGrpSpPr>
                <p:cNvPr id="70" name="组合 69">
                  <a:extLst>
                    <a:ext uri="{FF2B5EF4-FFF2-40B4-BE49-F238E27FC236}">
                      <a16:creationId xmlns:a16="http://schemas.microsoft.com/office/drawing/2014/main" id="{3B892725-7A09-4380-803C-84C794F3F927}"/>
                    </a:ext>
                  </a:extLst>
                </p:cNvPr>
                <p:cNvGrpSpPr/>
                <p:nvPr/>
              </p:nvGrpSpPr>
              <p:grpSpPr>
                <a:xfrm rot="20252617">
                  <a:off x="427530" y="1736988"/>
                  <a:ext cx="873499" cy="1175560"/>
                  <a:chOff x="5370965" y="1680603"/>
                  <a:chExt cx="1793323" cy="2133285"/>
                </a:xfrm>
                <a:solidFill>
                  <a:schemeClr val="bg1"/>
                </a:solidFill>
              </p:grpSpPr>
              <p:sp>
                <p:nvSpPr>
                  <p:cNvPr id="72" name="矩形 71">
                    <a:extLst>
                      <a:ext uri="{FF2B5EF4-FFF2-40B4-BE49-F238E27FC236}">
                        <a16:creationId xmlns:a16="http://schemas.microsoft.com/office/drawing/2014/main" id="{CCCCD29C-0C58-4236-AFEA-9DB69BF655BF}"/>
                      </a:ext>
                    </a:extLst>
                  </p:cNvPr>
                  <p:cNvSpPr/>
                  <p:nvPr/>
                </p:nvSpPr>
                <p:spPr>
                  <a:xfrm>
                    <a:off x="5370965" y="1680603"/>
                    <a:ext cx="1793323" cy="2133285"/>
                  </a:xfrm>
                  <a:prstGeom prst="rect">
                    <a:avLst/>
                  </a:prstGeom>
                  <a:grpFill/>
                  <a:ln>
                    <a:solidFill>
                      <a:schemeClr val="tx1">
                        <a:lumMod val="50000"/>
                      </a:schemeClr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zh-CN" altLang="en-US"/>
                  </a:p>
                </p:txBody>
              </p:sp>
              <p:cxnSp>
                <p:nvCxnSpPr>
                  <p:cNvPr id="73" name="直接连接符 72">
                    <a:extLst>
                      <a:ext uri="{FF2B5EF4-FFF2-40B4-BE49-F238E27FC236}">
                        <a16:creationId xmlns:a16="http://schemas.microsoft.com/office/drawing/2014/main" id="{582AFF91-0F4F-4C53-9AB3-E3AFC275A0C8}"/>
                      </a:ext>
                    </a:extLst>
                  </p:cNvPr>
                  <p:cNvCxnSpPr/>
                  <p:nvPr/>
                </p:nvCxnSpPr>
                <p:spPr>
                  <a:xfrm>
                    <a:off x="5527108" y="2067694"/>
                    <a:ext cx="1368000" cy="0"/>
                  </a:xfrm>
                  <a:prstGeom prst="line">
                    <a:avLst/>
                  </a:prstGeom>
                  <a:grpFill/>
                </p:spPr>
                <p:style>
                  <a:lnRef idx="1">
                    <a:schemeClr val="dk1"/>
                  </a:lnRef>
                  <a:fillRef idx="0">
                    <a:schemeClr val="dk1"/>
                  </a:fillRef>
                  <a:effectRef idx="0">
                    <a:schemeClr val="dk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74" name="直接连接符 73">
                    <a:extLst>
                      <a:ext uri="{FF2B5EF4-FFF2-40B4-BE49-F238E27FC236}">
                        <a16:creationId xmlns:a16="http://schemas.microsoft.com/office/drawing/2014/main" id="{BC8AB6D1-1697-4330-8BFD-D8C4E515ECF3}"/>
                      </a:ext>
                    </a:extLst>
                  </p:cNvPr>
                  <p:cNvCxnSpPr/>
                  <p:nvPr/>
                </p:nvCxnSpPr>
                <p:spPr>
                  <a:xfrm>
                    <a:off x="5527108" y="2283718"/>
                    <a:ext cx="1368000" cy="0"/>
                  </a:xfrm>
                  <a:prstGeom prst="line">
                    <a:avLst/>
                  </a:prstGeom>
                  <a:grpFill/>
                </p:spPr>
                <p:style>
                  <a:lnRef idx="1">
                    <a:schemeClr val="dk1"/>
                  </a:lnRef>
                  <a:fillRef idx="0">
                    <a:schemeClr val="dk1"/>
                  </a:fillRef>
                  <a:effectRef idx="0">
                    <a:schemeClr val="dk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75" name="直接连接符 74">
                    <a:extLst>
                      <a:ext uri="{FF2B5EF4-FFF2-40B4-BE49-F238E27FC236}">
                        <a16:creationId xmlns:a16="http://schemas.microsoft.com/office/drawing/2014/main" id="{5A6A51F1-95D8-4343-9BD2-39C12641CA72}"/>
                      </a:ext>
                    </a:extLst>
                  </p:cNvPr>
                  <p:cNvCxnSpPr/>
                  <p:nvPr/>
                </p:nvCxnSpPr>
                <p:spPr>
                  <a:xfrm>
                    <a:off x="5527108" y="2499742"/>
                    <a:ext cx="864096" cy="0"/>
                  </a:xfrm>
                  <a:prstGeom prst="line">
                    <a:avLst/>
                  </a:prstGeom>
                  <a:grpFill/>
                </p:spPr>
                <p:style>
                  <a:lnRef idx="1">
                    <a:schemeClr val="dk1"/>
                  </a:lnRef>
                  <a:fillRef idx="0">
                    <a:schemeClr val="dk1"/>
                  </a:fillRef>
                  <a:effectRef idx="0">
                    <a:schemeClr val="dk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76" name="直接连接符 75">
                    <a:extLst>
                      <a:ext uri="{FF2B5EF4-FFF2-40B4-BE49-F238E27FC236}">
                        <a16:creationId xmlns:a16="http://schemas.microsoft.com/office/drawing/2014/main" id="{E2EC0462-0DB5-44B7-8A97-8023E86BD323}"/>
                      </a:ext>
                    </a:extLst>
                  </p:cNvPr>
                  <p:cNvCxnSpPr/>
                  <p:nvPr/>
                </p:nvCxnSpPr>
                <p:spPr>
                  <a:xfrm>
                    <a:off x="5527108" y="2715766"/>
                    <a:ext cx="1368000" cy="0"/>
                  </a:xfrm>
                  <a:prstGeom prst="line">
                    <a:avLst/>
                  </a:prstGeom>
                  <a:grpFill/>
                </p:spPr>
                <p:style>
                  <a:lnRef idx="1">
                    <a:schemeClr val="dk1"/>
                  </a:lnRef>
                  <a:fillRef idx="0">
                    <a:schemeClr val="dk1"/>
                  </a:fillRef>
                  <a:effectRef idx="0">
                    <a:schemeClr val="dk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77" name="直接连接符 76">
                    <a:extLst>
                      <a:ext uri="{FF2B5EF4-FFF2-40B4-BE49-F238E27FC236}">
                        <a16:creationId xmlns:a16="http://schemas.microsoft.com/office/drawing/2014/main" id="{9D224CC1-D0AC-4088-8028-8E7D7C99CB9F}"/>
                      </a:ext>
                    </a:extLst>
                  </p:cNvPr>
                  <p:cNvCxnSpPr/>
                  <p:nvPr/>
                </p:nvCxnSpPr>
                <p:spPr>
                  <a:xfrm>
                    <a:off x="5525896" y="2931790"/>
                    <a:ext cx="864096" cy="0"/>
                  </a:xfrm>
                  <a:prstGeom prst="line">
                    <a:avLst/>
                  </a:prstGeom>
                  <a:grpFill/>
                </p:spPr>
                <p:style>
                  <a:lnRef idx="1">
                    <a:schemeClr val="dk1"/>
                  </a:lnRef>
                  <a:fillRef idx="0">
                    <a:schemeClr val="dk1"/>
                  </a:fillRef>
                  <a:effectRef idx="0">
                    <a:schemeClr val="dk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78" name="直接连接符 77">
                    <a:extLst>
                      <a:ext uri="{FF2B5EF4-FFF2-40B4-BE49-F238E27FC236}">
                        <a16:creationId xmlns:a16="http://schemas.microsoft.com/office/drawing/2014/main" id="{06F7CFE7-45FD-4322-9835-C2807198E235}"/>
                      </a:ext>
                    </a:extLst>
                  </p:cNvPr>
                  <p:cNvCxnSpPr/>
                  <p:nvPr/>
                </p:nvCxnSpPr>
                <p:spPr>
                  <a:xfrm>
                    <a:off x="5525896" y="3147814"/>
                    <a:ext cx="1368000" cy="0"/>
                  </a:xfrm>
                  <a:prstGeom prst="line">
                    <a:avLst/>
                  </a:prstGeom>
                  <a:grpFill/>
                </p:spPr>
                <p:style>
                  <a:lnRef idx="1">
                    <a:schemeClr val="dk1"/>
                  </a:lnRef>
                  <a:fillRef idx="0">
                    <a:schemeClr val="dk1"/>
                  </a:fillRef>
                  <a:effectRef idx="0">
                    <a:schemeClr val="dk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79" name="直接连接符 78">
                    <a:extLst>
                      <a:ext uri="{FF2B5EF4-FFF2-40B4-BE49-F238E27FC236}">
                        <a16:creationId xmlns:a16="http://schemas.microsoft.com/office/drawing/2014/main" id="{4CCE2E68-B78B-48FB-846D-8A2808BC92E2}"/>
                      </a:ext>
                    </a:extLst>
                  </p:cNvPr>
                  <p:cNvCxnSpPr/>
                  <p:nvPr/>
                </p:nvCxnSpPr>
                <p:spPr>
                  <a:xfrm>
                    <a:off x="5525896" y="3363838"/>
                    <a:ext cx="864096" cy="0"/>
                  </a:xfrm>
                  <a:prstGeom prst="line">
                    <a:avLst/>
                  </a:prstGeom>
                  <a:grpFill/>
                </p:spPr>
                <p:style>
                  <a:lnRef idx="1">
                    <a:schemeClr val="dk1"/>
                  </a:lnRef>
                  <a:fillRef idx="0">
                    <a:schemeClr val="dk1"/>
                  </a:fillRef>
                  <a:effectRef idx="0">
                    <a:schemeClr val="dk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80" name="直接连接符 79">
                    <a:extLst>
                      <a:ext uri="{FF2B5EF4-FFF2-40B4-BE49-F238E27FC236}">
                        <a16:creationId xmlns:a16="http://schemas.microsoft.com/office/drawing/2014/main" id="{4FB30BCC-C9C1-4B11-A3F0-4CE4501AB24D}"/>
                      </a:ext>
                    </a:extLst>
                  </p:cNvPr>
                  <p:cNvCxnSpPr/>
                  <p:nvPr/>
                </p:nvCxnSpPr>
                <p:spPr>
                  <a:xfrm>
                    <a:off x="5525896" y="3579862"/>
                    <a:ext cx="864096" cy="0"/>
                  </a:xfrm>
                  <a:prstGeom prst="line">
                    <a:avLst/>
                  </a:prstGeom>
                  <a:grpFill/>
                </p:spPr>
                <p:style>
                  <a:lnRef idx="1">
                    <a:schemeClr val="dk1"/>
                  </a:lnRef>
                  <a:fillRef idx="0">
                    <a:schemeClr val="dk1"/>
                  </a:fillRef>
                  <a:effectRef idx="0">
                    <a:schemeClr val="dk1"/>
                  </a:effectRef>
                  <a:fontRef idx="minor">
                    <a:schemeClr val="tx1"/>
                  </a:fontRef>
                </p:style>
              </p:cxnSp>
            </p:grpSp>
            <p:sp>
              <p:nvSpPr>
                <p:cNvPr id="71" name="文本框 70">
                  <a:extLst>
                    <a:ext uri="{FF2B5EF4-FFF2-40B4-BE49-F238E27FC236}">
                      <a16:creationId xmlns:a16="http://schemas.microsoft.com/office/drawing/2014/main" id="{F85682DE-3B41-4119-861A-D85C01CF6CE3}"/>
                    </a:ext>
                  </a:extLst>
                </p:cNvPr>
                <p:cNvSpPr txBox="1"/>
                <p:nvPr/>
              </p:nvSpPr>
              <p:spPr>
                <a:xfrm rot="20357549">
                  <a:off x="199406" y="1773905"/>
                  <a:ext cx="992579" cy="230832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r>
                    <a:rPr lang="zh-CN" altLang="en-US" sz="900"/>
                    <a:t>中国临床心理学</a:t>
                  </a:r>
                </a:p>
              </p:txBody>
            </p:sp>
          </p:grpSp>
          <p:grpSp>
            <p:nvGrpSpPr>
              <p:cNvPr id="25" name="组合 24">
                <a:extLst>
                  <a:ext uri="{FF2B5EF4-FFF2-40B4-BE49-F238E27FC236}">
                    <a16:creationId xmlns:a16="http://schemas.microsoft.com/office/drawing/2014/main" id="{76073BFC-BE6F-413B-A52A-59E032103878}"/>
                  </a:ext>
                </a:extLst>
              </p:cNvPr>
              <p:cNvGrpSpPr/>
              <p:nvPr/>
            </p:nvGrpSpPr>
            <p:grpSpPr>
              <a:xfrm>
                <a:off x="213579" y="2003101"/>
                <a:ext cx="1101521" cy="1175560"/>
                <a:chOff x="199508" y="1736988"/>
                <a:chExt cx="1101521" cy="1175560"/>
              </a:xfrm>
            </p:grpSpPr>
            <p:grpSp>
              <p:nvGrpSpPr>
                <p:cNvPr id="59" name="组合 58">
                  <a:extLst>
                    <a:ext uri="{FF2B5EF4-FFF2-40B4-BE49-F238E27FC236}">
                      <a16:creationId xmlns:a16="http://schemas.microsoft.com/office/drawing/2014/main" id="{41F9C236-9D0B-4163-B9FC-01ADC79F7510}"/>
                    </a:ext>
                  </a:extLst>
                </p:cNvPr>
                <p:cNvGrpSpPr/>
                <p:nvPr/>
              </p:nvGrpSpPr>
              <p:grpSpPr>
                <a:xfrm rot="20252617">
                  <a:off x="427530" y="1736988"/>
                  <a:ext cx="873499" cy="1175560"/>
                  <a:chOff x="5370965" y="1680603"/>
                  <a:chExt cx="1793323" cy="2133285"/>
                </a:xfrm>
                <a:solidFill>
                  <a:schemeClr val="bg1"/>
                </a:solidFill>
              </p:grpSpPr>
              <p:sp>
                <p:nvSpPr>
                  <p:cNvPr id="61" name="矩形 60">
                    <a:extLst>
                      <a:ext uri="{FF2B5EF4-FFF2-40B4-BE49-F238E27FC236}">
                        <a16:creationId xmlns:a16="http://schemas.microsoft.com/office/drawing/2014/main" id="{9DD89574-B077-4FEA-A196-B926D48CA2A8}"/>
                      </a:ext>
                    </a:extLst>
                  </p:cNvPr>
                  <p:cNvSpPr/>
                  <p:nvPr/>
                </p:nvSpPr>
                <p:spPr>
                  <a:xfrm>
                    <a:off x="5370965" y="1680603"/>
                    <a:ext cx="1793323" cy="2133285"/>
                  </a:xfrm>
                  <a:prstGeom prst="rect">
                    <a:avLst/>
                  </a:prstGeom>
                  <a:grpFill/>
                  <a:ln>
                    <a:solidFill>
                      <a:schemeClr val="tx1">
                        <a:lumMod val="50000"/>
                      </a:schemeClr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zh-CN" altLang="en-US"/>
                  </a:p>
                </p:txBody>
              </p:sp>
              <p:cxnSp>
                <p:nvCxnSpPr>
                  <p:cNvPr id="62" name="直接连接符 61">
                    <a:extLst>
                      <a:ext uri="{FF2B5EF4-FFF2-40B4-BE49-F238E27FC236}">
                        <a16:creationId xmlns:a16="http://schemas.microsoft.com/office/drawing/2014/main" id="{69B87C5D-16ED-4A8F-BA74-13E72173C28A}"/>
                      </a:ext>
                    </a:extLst>
                  </p:cNvPr>
                  <p:cNvCxnSpPr/>
                  <p:nvPr/>
                </p:nvCxnSpPr>
                <p:spPr>
                  <a:xfrm>
                    <a:off x="5527108" y="2067694"/>
                    <a:ext cx="1368000" cy="0"/>
                  </a:xfrm>
                  <a:prstGeom prst="line">
                    <a:avLst/>
                  </a:prstGeom>
                  <a:grpFill/>
                </p:spPr>
                <p:style>
                  <a:lnRef idx="1">
                    <a:schemeClr val="dk1"/>
                  </a:lnRef>
                  <a:fillRef idx="0">
                    <a:schemeClr val="dk1"/>
                  </a:fillRef>
                  <a:effectRef idx="0">
                    <a:schemeClr val="dk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63" name="直接连接符 62">
                    <a:extLst>
                      <a:ext uri="{FF2B5EF4-FFF2-40B4-BE49-F238E27FC236}">
                        <a16:creationId xmlns:a16="http://schemas.microsoft.com/office/drawing/2014/main" id="{7D3C9FBC-16C9-4E86-ADF9-7572BF142283}"/>
                      </a:ext>
                    </a:extLst>
                  </p:cNvPr>
                  <p:cNvCxnSpPr/>
                  <p:nvPr/>
                </p:nvCxnSpPr>
                <p:spPr>
                  <a:xfrm>
                    <a:off x="5527108" y="2283718"/>
                    <a:ext cx="1368000" cy="0"/>
                  </a:xfrm>
                  <a:prstGeom prst="line">
                    <a:avLst/>
                  </a:prstGeom>
                  <a:grpFill/>
                </p:spPr>
                <p:style>
                  <a:lnRef idx="1">
                    <a:schemeClr val="dk1"/>
                  </a:lnRef>
                  <a:fillRef idx="0">
                    <a:schemeClr val="dk1"/>
                  </a:fillRef>
                  <a:effectRef idx="0">
                    <a:schemeClr val="dk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64" name="直接连接符 63">
                    <a:extLst>
                      <a:ext uri="{FF2B5EF4-FFF2-40B4-BE49-F238E27FC236}">
                        <a16:creationId xmlns:a16="http://schemas.microsoft.com/office/drawing/2014/main" id="{2BE9FE41-D49F-4957-8FCD-CC91B59EB810}"/>
                      </a:ext>
                    </a:extLst>
                  </p:cNvPr>
                  <p:cNvCxnSpPr/>
                  <p:nvPr/>
                </p:nvCxnSpPr>
                <p:spPr>
                  <a:xfrm>
                    <a:off x="5527108" y="2499742"/>
                    <a:ext cx="864096" cy="0"/>
                  </a:xfrm>
                  <a:prstGeom prst="line">
                    <a:avLst/>
                  </a:prstGeom>
                  <a:grpFill/>
                </p:spPr>
                <p:style>
                  <a:lnRef idx="1">
                    <a:schemeClr val="dk1"/>
                  </a:lnRef>
                  <a:fillRef idx="0">
                    <a:schemeClr val="dk1"/>
                  </a:fillRef>
                  <a:effectRef idx="0">
                    <a:schemeClr val="dk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65" name="直接连接符 64">
                    <a:extLst>
                      <a:ext uri="{FF2B5EF4-FFF2-40B4-BE49-F238E27FC236}">
                        <a16:creationId xmlns:a16="http://schemas.microsoft.com/office/drawing/2014/main" id="{F2599621-BA2F-4A0C-94CB-CDE5731AAA52}"/>
                      </a:ext>
                    </a:extLst>
                  </p:cNvPr>
                  <p:cNvCxnSpPr/>
                  <p:nvPr/>
                </p:nvCxnSpPr>
                <p:spPr>
                  <a:xfrm>
                    <a:off x="5527108" y="2715766"/>
                    <a:ext cx="1368000" cy="0"/>
                  </a:xfrm>
                  <a:prstGeom prst="line">
                    <a:avLst/>
                  </a:prstGeom>
                  <a:grpFill/>
                </p:spPr>
                <p:style>
                  <a:lnRef idx="1">
                    <a:schemeClr val="dk1"/>
                  </a:lnRef>
                  <a:fillRef idx="0">
                    <a:schemeClr val="dk1"/>
                  </a:fillRef>
                  <a:effectRef idx="0">
                    <a:schemeClr val="dk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66" name="直接连接符 65">
                    <a:extLst>
                      <a:ext uri="{FF2B5EF4-FFF2-40B4-BE49-F238E27FC236}">
                        <a16:creationId xmlns:a16="http://schemas.microsoft.com/office/drawing/2014/main" id="{D23EBEE2-4690-4472-8B78-D776EB7903DA}"/>
                      </a:ext>
                    </a:extLst>
                  </p:cNvPr>
                  <p:cNvCxnSpPr/>
                  <p:nvPr/>
                </p:nvCxnSpPr>
                <p:spPr>
                  <a:xfrm>
                    <a:off x="5525896" y="2931790"/>
                    <a:ext cx="864096" cy="0"/>
                  </a:xfrm>
                  <a:prstGeom prst="line">
                    <a:avLst/>
                  </a:prstGeom>
                  <a:grpFill/>
                </p:spPr>
                <p:style>
                  <a:lnRef idx="1">
                    <a:schemeClr val="dk1"/>
                  </a:lnRef>
                  <a:fillRef idx="0">
                    <a:schemeClr val="dk1"/>
                  </a:fillRef>
                  <a:effectRef idx="0">
                    <a:schemeClr val="dk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67" name="直接连接符 66">
                    <a:extLst>
                      <a:ext uri="{FF2B5EF4-FFF2-40B4-BE49-F238E27FC236}">
                        <a16:creationId xmlns:a16="http://schemas.microsoft.com/office/drawing/2014/main" id="{BCEACD87-38A9-4FBF-AE46-5C70A64CC9A2}"/>
                      </a:ext>
                    </a:extLst>
                  </p:cNvPr>
                  <p:cNvCxnSpPr/>
                  <p:nvPr/>
                </p:nvCxnSpPr>
                <p:spPr>
                  <a:xfrm>
                    <a:off x="5525896" y="3147814"/>
                    <a:ext cx="1368000" cy="0"/>
                  </a:xfrm>
                  <a:prstGeom prst="line">
                    <a:avLst/>
                  </a:prstGeom>
                  <a:grpFill/>
                </p:spPr>
                <p:style>
                  <a:lnRef idx="1">
                    <a:schemeClr val="dk1"/>
                  </a:lnRef>
                  <a:fillRef idx="0">
                    <a:schemeClr val="dk1"/>
                  </a:fillRef>
                  <a:effectRef idx="0">
                    <a:schemeClr val="dk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68" name="直接连接符 67">
                    <a:extLst>
                      <a:ext uri="{FF2B5EF4-FFF2-40B4-BE49-F238E27FC236}">
                        <a16:creationId xmlns:a16="http://schemas.microsoft.com/office/drawing/2014/main" id="{BFE848D7-13CB-4781-916B-8DB630ACA86E}"/>
                      </a:ext>
                    </a:extLst>
                  </p:cNvPr>
                  <p:cNvCxnSpPr/>
                  <p:nvPr/>
                </p:nvCxnSpPr>
                <p:spPr>
                  <a:xfrm>
                    <a:off x="5525896" y="3363838"/>
                    <a:ext cx="864096" cy="0"/>
                  </a:xfrm>
                  <a:prstGeom prst="line">
                    <a:avLst/>
                  </a:prstGeom>
                  <a:grpFill/>
                </p:spPr>
                <p:style>
                  <a:lnRef idx="1">
                    <a:schemeClr val="dk1"/>
                  </a:lnRef>
                  <a:fillRef idx="0">
                    <a:schemeClr val="dk1"/>
                  </a:fillRef>
                  <a:effectRef idx="0">
                    <a:schemeClr val="dk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69" name="直接连接符 68">
                    <a:extLst>
                      <a:ext uri="{FF2B5EF4-FFF2-40B4-BE49-F238E27FC236}">
                        <a16:creationId xmlns:a16="http://schemas.microsoft.com/office/drawing/2014/main" id="{8A644D12-249B-46A8-B9A0-45A95E906FD4}"/>
                      </a:ext>
                    </a:extLst>
                  </p:cNvPr>
                  <p:cNvCxnSpPr/>
                  <p:nvPr/>
                </p:nvCxnSpPr>
                <p:spPr>
                  <a:xfrm>
                    <a:off x="5525896" y="3579862"/>
                    <a:ext cx="864096" cy="0"/>
                  </a:xfrm>
                  <a:prstGeom prst="line">
                    <a:avLst/>
                  </a:prstGeom>
                  <a:grpFill/>
                </p:spPr>
                <p:style>
                  <a:lnRef idx="1">
                    <a:schemeClr val="dk1"/>
                  </a:lnRef>
                  <a:fillRef idx="0">
                    <a:schemeClr val="dk1"/>
                  </a:fillRef>
                  <a:effectRef idx="0">
                    <a:schemeClr val="dk1"/>
                  </a:effectRef>
                  <a:fontRef idx="minor">
                    <a:schemeClr val="tx1"/>
                  </a:fontRef>
                </p:style>
              </p:cxnSp>
            </p:grpSp>
            <p:sp>
              <p:nvSpPr>
                <p:cNvPr id="60" name="文本框 59">
                  <a:extLst>
                    <a:ext uri="{FF2B5EF4-FFF2-40B4-BE49-F238E27FC236}">
                      <a16:creationId xmlns:a16="http://schemas.microsoft.com/office/drawing/2014/main" id="{77D4DB2B-E28B-4F81-8C0E-7C3D4D53A286}"/>
                    </a:ext>
                  </a:extLst>
                </p:cNvPr>
                <p:cNvSpPr txBox="1"/>
                <p:nvPr/>
              </p:nvSpPr>
              <p:spPr>
                <a:xfrm rot="20357549">
                  <a:off x="199508" y="1782456"/>
                  <a:ext cx="992579" cy="230832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r>
                    <a:rPr lang="zh-CN" altLang="en-US" sz="900"/>
                    <a:t>心理发展与教育</a:t>
                  </a:r>
                </a:p>
              </p:txBody>
            </p:sp>
          </p:grpSp>
          <p:grpSp>
            <p:nvGrpSpPr>
              <p:cNvPr id="33" name="组合 32">
                <a:extLst>
                  <a:ext uri="{FF2B5EF4-FFF2-40B4-BE49-F238E27FC236}">
                    <a16:creationId xmlns:a16="http://schemas.microsoft.com/office/drawing/2014/main" id="{9F075B84-F0FE-4B0D-8ABC-4E5FDC79AD92}"/>
                  </a:ext>
                </a:extLst>
              </p:cNvPr>
              <p:cNvGrpSpPr/>
              <p:nvPr/>
            </p:nvGrpSpPr>
            <p:grpSpPr>
              <a:xfrm rot="2827202">
                <a:off x="1222582" y="1775175"/>
                <a:ext cx="1116060" cy="1175560"/>
                <a:chOff x="184969" y="1736988"/>
                <a:chExt cx="1116060" cy="1175560"/>
              </a:xfrm>
            </p:grpSpPr>
            <p:grpSp>
              <p:nvGrpSpPr>
                <p:cNvPr id="48" name="组合 47">
                  <a:extLst>
                    <a:ext uri="{FF2B5EF4-FFF2-40B4-BE49-F238E27FC236}">
                      <a16:creationId xmlns:a16="http://schemas.microsoft.com/office/drawing/2014/main" id="{B4A05CAA-7057-4D46-BC93-1434D9AFA4D9}"/>
                    </a:ext>
                  </a:extLst>
                </p:cNvPr>
                <p:cNvGrpSpPr/>
                <p:nvPr/>
              </p:nvGrpSpPr>
              <p:grpSpPr>
                <a:xfrm rot="20252617">
                  <a:off x="427530" y="1736988"/>
                  <a:ext cx="873499" cy="1175560"/>
                  <a:chOff x="5370965" y="1680603"/>
                  <a:chExt cx="1793323" cy="2133285"/>
                </a:xfrm>
                <a:solidFill>
                  <a:schemeClr val="bg1"/>
                </a:solidFill>
              </p:grpSpPr>
              <p:sp>
                <p:nvSpPr>
                  <p:cNvPr id="50" name="矩形 49">
                    <a:extLst>
                      <a:ext uri="{FF2B5EF4-FFF2-40B4-BE49-F238E27FC236}">
                        <a16:creationId xmlns:a16="http://schemas.microsoft.com/office/drawing/2014/main" id="{1528ACAA-8554-4E39-8E5F-79286C7329AA}"/>
                      </a:ext>
                    </a:extLst>
                  </p:cNvPr>
                  <p:cNvSpPr/>
                  <p:nvPr/>
                </p:nvSpPr>
                <p:spPr>
                  <a:xfrm>
                    <a:off x="5370965" y="1680603"/>
                    <a:ext cx="1793323" cy="2133285"/>
                  </a:xfrm>
                  <a:prstGeom prst="rect">
                    <a:avLst/>
                  </a:prstGeom>
                  <a:grpFill/>
                  <a:ln>
                    <a:solidFill>
                      <a:schemeClr val="tx1">
                        <a:lumMod val="50000"/>
                      </a:schemeClr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zh-CN" altLang="en-US"/>
                  </a:p>
                </p:txBody>
              </p:sp>
              <p:cxnSp>
                <p:nvCxnSpPr>
                  <p:cNvPr id="51" name="直接连接符 50">
                    <a:extLst>
                      <a:ext uri="{FF2B5EF4-FFF2-40B4-BE49-F238E27FC236}">
                        <a16:creationId xmlns:a16="http://schemas.microsoft.com/office/drawing/2014/main" id="{81DCD278-A494-4728-B261-98719A466D46}"/>
                      </a:ext>
                    </a:extLst>
                  </p:cNvPr>
                  <p:cNvCxnSpPr/>
                  <p:nvPr/>
                </p:nvCxnSpPr>
                <p:spPr>
                  <a:xfrm>
                    <a:off x="5527108" y="2067694"/>
                    <a:ext cx="1368000" cy="0"/>
                  </a:xfrm>
                  <a:prstGeom prst="line">
                    <a:avLst/>
                  </a:prstGeom>
                  <a:grpFill/>
                </p:spPr>
                <p:style>
                  <a:lnRef idx="1">
                    <a:schemeClr val="dk1"/>
                  </a:lnRef>
                  <a:fillRef idx="0">
                    <a:schemeClr val="dk1"/>
                  </a:fillRef>
                  <a:effectRef idx="0">
                    <a:schemeClr val="dk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52" name="直接连接符 51">
                    <a:extLst>
                      <a:ext uri="{FF2B5EF4-FFF2-40B4-BE49-F238E27FC236}">
                        <a16:creationId xmlns:a16="http://schemas.microsoft.com/office/drawing/2014/main" id="{7DE41119-AF7C-442B-A4B8-A98BA695336A}"/>
                      </a:ext>
                    </a:extLst>
                  </p:cNvPr>
                  <p:cNvCxnSpPr/>
                  <p:nvPr/>
                </p:nvCxnSpPr>
                <p:spPr>
                  <a:xfrm>
                    <a:off x="5527108" y="2283718"/>
                    <a:ext cx="1368000" cy="0"/>
                  </a:xfrm>
                  <a:prstGeom prst="line">
                    <a:avLst/>
                  </a:prstGeom>
                  <a:grpFill/>
                </p:spPr>
                <p:style>
                  <a:lnRef idx="1">
                    <a:schemeClr val="dk1"/>
                  </a:lnRef>
                  <a:fillRef idx="0">
                    <a:schemeClr val="dk1"/>
                  </a:fillRef>
                  <a:effectRef idx="0">
                    <a:schemeClr val="dk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53" name="直接连接符 52">
                    <a:extLst>
                      <a:ext uri="{FF2B5EF4-FFF2-40B4-BE49-F238E27FC236}">
                        <a16:creationId xmlns:a16="http://schemas.microsoft.com/office/drawing/2014/main" id="{830C283B-A561-4B7B-8CFD-3AA68CA5624A}"/>
                      </a:ext>
                    </a:extLst>
                  </p:cNvPr>
                  <p:cNvCxnSpPr/>
                  <p:nvPr/>
                </p:nvCxnSpPr>
                <p:spPr>
                  <a:xfrm>
                    <a:off x="5527108" y="2499742"/>
                    <a:ext cx="864096" cy="0"/>
                  </a:xfrm>
                  <a:prstGeom prst="line">
                    <a:avLst/>
                  </a:prstGeom>
                  <a:grpFill/>
                </p:spPr>
                <p:style>
                  <a:lnRef idx="1">
                    <a:schemeClr val="dk1"/>
                  </a:lnRef>
                  <a:fillRef idx="0">
                    <a:schemeClr val="dk1"/>
                  </a:fillRef>
                  <a:effectRef idx="0">
                    <a:schemeClr val="dk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54" name="直接连接符 53">
                    <a:extLst>
                      <a:ext uri="{FF2B5EF4-FFF2-40B4-BE49-F238E27FC236}">
                        <a16:creationId xmlns:a16="http://schemas.microsoft.com/office/drawing/2014/main" id="{3DE2FA94-A6B2-40FA-8C2A-0F55268C7615}"/>
                      </a:ext>
                    </a:extLst>
                  </p:cNvPr>
                  <p:cNvCxnSpPr/>
                  <p:nvPr/>
                </p:nvCxnSpPr>
                <p:spPr>
                  <a:xfrm>
                    <a:off x="5527108" y="2715766"/>
                    <a:ext cx="1368000" cy="0"/>
                  </a:xfrm>
                  <a:prstGeom prst="line">
                    <a:avLst/>
                  </a:prstGeom>
                  <a:grpFill/>
                </p:spPr>
                <p:style>
                  <a:lnRef idx="1">
                    <a:schemeClr val="dk1"/>
                  </a:lnRef>
                  <a:fillRef idx="0">
                    <a:schemeClr val="dk1"/>
                  </a:fillRef>
                  <a:effectRef idx="0">
                    <a:schemeClr val="dk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55" name="直接连接符 54">
                    <a:extLst>
                      <a:ext uri="{FF2B5EF4-FFF2-40B4-BE49-F238E27FC236}">
                        <a16:creationId xmlns:a16="http://schemas.microsoft.com/office/drawing/2014/main" id="{DF342D08-5E72-4BB2-89DA-4AF5539D03D0}"/>
                      </a:ext>
                    </a:extLst>
                  </p:cNvPr>
                  <p:cNvCxnSpPr/>
                  <p:nvPr/>
                </p:nvCxnSpPr>
                <p:spPr>
                  <a:xfrm>
                    <a:off x="5525896" y="2931790"/>
                    <a:ext cx="864096" cy="0"/>
                  </a:xfrm>
                  <a:prstGeom prst="line">
                    <a:avLst/>
                  </a:prstGeom>
                  <a:grpFill/>
                </p:spPr>
                <p:style>
                  <a:lnRef idx="1">
                    <a:schemeClr val="dk1"/>
                  </a:lnRef>
                  <a:fillRef idx="0">
                    <a:schemeClr val="dk1"/>
                  </a:fillRef>
                  <a:effectRef idx="0">
                    <a:schemeClr val="dk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56" name="直接连接符 55">
                    <a:extLst>
                      <a:ext uri="{FF2B5EF4-FFF2-40B4-BE49-F238E27FC236}">
                        <a16:creationId xmlns:a16="http://schemas.microsoft.com/office/drawing/2014/main" id="{61C67C72-CAE8-4413-9121-51A4B5714432}"/>
                      </a:ext>
                    </a:extLst>
                  </p:cNvPr>
                  <p:cNvCxnSpPr/>
                  <p:nvPr/>
                </p:nvCxnSpPr>
                <p:spPr>
                  <a:xfrm>
                    <a:off x="5525896" y="3147814"/>
                    <a:ext cx="1368000" cy="0"/>
                  </a:xfrm>
                  <a:prstGeom prst="line">
                    <a:avLst/>
                  </a:prstGeom>
                  <a:grpFill/>
                </p:spPr>
                <p:style>
                  <a:lnRef idx="1">
                    <a:schemeClr val="dk1"/>
                  </a:lnRef>
                  <a:fillRef idx="0">
                    <a:schemeClr val="dk1"/>
                  </a:fillRef>
                  <a:effectRef idx="0">
                    <a:schemeClr val="dk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57" name="直接连接符 56">
                    <a:extLst>
                      <a:ext uri="{FF2B5EF4-FFF2-40B4-BE49-F238E27FC236}">
                        <a16:creationId xmlns:a16="http://schemas.microsoft.com/office/drawing/2014/main" id="{EEE14FA9-2076-4220-8399-214BC3B05036}"/>
                      </a:ext>
                    </a:extLst>
                  </p:cNvPr>
                  <p:cNvCxnSpPr/>
                  <p:nvPr/>
                </p:nvCxnSpPr>
                <p:spPr>
                  <a:xfrm>
                    <a:off x="5525896" y="3363838"/>
                    <a:ext cx="864096" cy="0"/>
                  </a:xfrm>
                  <a:prstGeom prst="line">
                    <a:avLst/>
                  </a:prstGeom>
                  <a:grpFill/>
                </p:spPr>
                <p:style>
                  <a:lnRef idx="1">
                    <a:schemeClr val="dk1"/>
                  </a:lnRef>
                  <a:fillRef idx="0">
                    <a:schemeClr val="dk1"/>
                  </a:fillRef>
                  <a:effectRef idx="0">
                    <a:schemeClr val="dk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58" name="直接连接符 57">
                    <a:extLst>
                      <a:ext uri="{FF2B5EF4-FFF2-40B4-BE49-F238E27FC236}">
                        <a16:creationId xmlns:a16="http://schemas.microsoft.com/office/drawing/2014/main" id="{E2CBC5E8-7D50-4C32-AE30-FA4EC5F05241}"/>
                      </a:ext>
                    </a:extLst>
                  </p:cNvPr>
                  <p:cNvCxnSpPr/>
                  <p:nvPr/>
                </p:nvCxnSpPr>
                <p:spPr>
                  <a:xfrm>
                    <a:off x="5525896" y="3579862"/>
                    <a:ext cx="864096" cy="0"/>
                  </a:xfrm>
                  <a:prstGeom prst="line">
                    <a:avLst/>
                  </a:prstGeom>
                  <a:grpFill/>
                </p:spPr>
                <p:style>
                  <a:lnRef idx="1">
                    <a:schemeClr val="dk1"/>
                  </a:lnRef>
                  <a:fillRef idx="0">
                    <a:schemeClr val="dk1"/>
                  </a:fillRef>
                  <a:effectRef idx="0">
                    <a:schemeClr val="dk1"/>
                  </a:effectRef>
                  <a:fontRef idx="minor">
                    <a:schemeClr val="tx1"/>
                  </a:fontRef>
                </p:style>
              </p:cxnSp>
            </p:grpSp>
            <p:sp>
              <p:nvSpPr>
                <p:cNvPr id="49" name="文本框 48">
                  <a:extLst>
                    <a:ext uri="{FF2B5EF4-FFF2-40B4-BE49-F238E27FC236}">
                      <a16:creationId xmlns:a16="http://schemas.microsoft.com/office/drawing/2014/main" id="{E46B3710-1571-4C60-BC1A-3DBED3318051}"/>
                    </a:ext>
                  </a:extLst>
                </p:cNvPr>
                <p:cNvSpPr txBox="1"/>
                <p:nvPr/>
              </p:nvSpPr>
              <p:spPr>
                <a:xfrm rot="20357549">
                  <a:off x="184969" y="1763385"/>
                  <a:ext cx="992579" cy="230832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r>
                    <a:rPr lang="zh-CN" altLang="en-US" sz="900"/>
                    <a:t>心理与行为研究</a:t>
                  </a:r>
                </a:p>
              </p:txBody>
            </p:sp>
          </p:grpSp>
          <p:grpSp>
            <p:nvGrpSpPr>
              <p:cNvPr id="34" name="组合 33">
                <a:extLst>
                  <a:ext uri="{FF2B5EF4-FFF2-40B4-BE49-F238E27FC236}">
                    <a16:creationId xmlns:a16="http://schemas.microsoft.com/office/drawing/2014/main" id="{DC05A556-6F66-45D3-A561-6201BD655D8C}"/>
                  </a:ext>
                </a:extLst>
              </p:cNvPr>
              <p:cNvGrpSpPr/>
              <p:nvPr/>
            </p:nvGrpSpPr>
            <p:grpSpPr>
              <a:xfrm rot="2650740">
                <a:off x="828927" y="1873677"/>
                <a:ext cx="1020185" cy="1175560"/>
                <a:chOff x="280844" y="1736988"/>
                <a:chExt cx="1020185" cy="1175560"/>
              </a:xfrm>
            </p:grpSpPr>
            <p:grpSp>
              <p:nvGrpSpPr>
                <p:cNvPr id="35" name="组合 34">
                  <a:extLst>
                    <a:ext uri="{FF2B5EF4-FFF2-40B4-BE49-F238E27FC236}">
                      <a16:creationId xmlns:a16="http://schemas.microsoft.com/office/drawing/2014/main" id="{93042B54-C2D4-428F-AA62-EE433094F8EA}"/>
                    </a:ext>
                  </a:extLst>
                </p:cNvPr>
                <p:cNvGrpSpPr/>
                <p:nvPr/>
              </p:nvGrpSpPr>
              <p:grpSpPr>
                <a:xfrm rot="20252617">
                  <a:off x="427530" y="1736988"/>
                  <a:ext cx="873499" cy="1175560"/>
                  <a:chOff x="5370965" y="1680603"/>
                  <a:chExt cx="1793323" cy="2133285"/>
                </a:xfrm>
                <a:solidFill>
                  <a:schemeClr val="bg1"/>
                </a:solidFill>
              </p:grpSpPr>
              <p:sp>
                <p:nvSpPr>
                  <p:cNvPr id="37" name="矩形 36">
                    <a:extLst>
                      <a:ext uri="{FF2B5EF4-FFF2-40B4-BE49-F238E27FC236}">
                        <a16:creationId xmlns:a16="http://schemas.microsoft.com/office/drawing/2014/main" id="{277EDD4E-C1FD-43B1-A6A8-BC834611FE93}"/>
                      </a:ext>
                    </a:extLst>
                  </p:cNvPr>
                  <p:cNvSpPr/>
                  <p:nvPr/>
                </p:nvSpPr>
                <p:spPr>
                  <a:xfrm>
                    <a:off x="5370965" y="1680603"/>
                    <a:ext cx="1793323" cy="2133285"/>
                  </a:xfrm>
                  <a:prstGeom prst="rect">
                    <a:avLst/>
                  </a:prstGeom>
                  <a:grpFill/>
                  <a:ln>
                    <a:solidFill>
                      <a:schemeClr val="tx1">
                        <a:lumMod val="50000"/>
                      </a:schemeClr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zh-CN" altLang="en-US"/>
                  </a:p>
                </p:txBody>
              </p:sp>
              <p:cxnSp>
                <p:nvCxnSpPr>
                  <p:cNvPr id="40" name="直接连接符 39">
                    <a:extLst>
                      <a:ext uri="{FF2B5EF4-FFF2-40B4-BE49-F238E27FC236}">
                        <a16:creationId xmlns:a16="http://schemas.microsoft.com/office/drawing/2014/main" id="{C6AFD63D-AB28-4A92-A198-A3D1D05591C0}"/>
                      </a:ext>
                    </a:extLst>
                  </p:cNvPr>
                  <p:cNvCxnSpPr/>
                  <p:nvPr/>
                </p:nvCxnSpPr>
                <p:spPr>
                  <a:xfrm>
                    <a:off x="5527108" y="2067694"/>
                    <a:ext cx="1368000" cy="0"/>
                  </a:xfrm>
                  <a:prstGeom prst="line">
                    <a:avLst/>
                  </a:prstGeom>
                  <a:grpFill/>
                </p:spPr>
                <p:style>
                  <a:lnRef idx="1">
                    <a:schemeClr val="dk1"/>
                  </a:lnRef>
                  <a:fillRef idx="0">
                    <a:schemeClr val="dk1"/>
                  </a:fillRef>
                  <a:effectRef idx="0">
                    <a:schemeClr val="dk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41" name="直接连接符 40">
                    <a:extLst>
                      <a:ext uri="{FF2B5EF4-FFF2-40B4-BE49-F238E27FC236}">
                        <a16:creationId xmlns:a16="http://schemas.microsoft.com/office/drawing/2014/main" id="{F7238796-2E10-4850-969F-AFF2F289F6AB}"/>
                      </a:ext>
                    </a:extLst>
                  </p:cNvPr>
                  <p:cNvCxnSpPr/>
                  <p:nvPr/>
                </p:nvCxnSpPr>
                <p:spPr>
                  <a:xfrm>
                    <a:off x="5527108" y="2283718"/>
                    <a:ext cx="1368000" cy="0"/>
                  </a:xfrm>
                  <a:prstGeom prst="line">
                    <a:avLst/>
                  </a:prstGeom>
                  <a:grpFill/>
                </p:spPr>
                <p:style>
                  <a:lnRef idx="1">
                    <a:schemeClr val="dk1"/>
                  </a:lnRef>
                  <a:fillRef idx="0">
                    <a:schemeClr val="dk1"/>
                  </a:fillRef>
                  <a:effectRef idx="0">
                    <a:schemeClr val="dk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42" name="直接连接符 41">
                    <a:extLst>
                      <a:ext uri="{FF2B5EF4-FFF2-40B4-BE49-F238E27FC236}">
                        <a16:creationId xmlns:a16="http://schemas.microsoft.com/office/drawing/2014/main" id="{DF869434-D9A0-44AE-BE87-F7A9C45571E4}"/>
                      </a:ext>
                    </a:extLst>
                  </p:cNvPr>
                  <p:cNvCxnSpPr/>
                  <p:nvPr/>
                </p:nvCxnSpPr>
                <p:spPr>
                  <a:xfrm>
                    <a:off x="5527108" y="2499742"/>
                    <a:ext cx="864096" cy="0"/>
                  </a:xfrm>
                  <a:prstGeom prst="line">
                    <a:avLst/>
                  </a:prstGeom>
                  <a:grpFill/>
                </p:spPr>
                <p:style>
                  <a:lnRef idx="1">
                    <a:schemeClr val="dk1"/>
                  </a:lnRef>
                  <a:fillRef idx="0">
                    <a:schemeClr val="dk1"/>
                  </a:fillRef>
                  <a:effectRef idx="0">
                    <a:schemeClr val="dk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43" name="直接连接符 42">
                    <a:extLst>
                      <a:ext uri="{FF2B5EF4-FFF2-40B4-BE49-F238E27FC236}">
                        <a16:creationId xmlns:a16="http://schemas.microsoft.com/office/drawing/2014/main" id="{08167C9A-C491-4DA8-9B91-6B50CDE426AE}"/>
                      </a:ext>
                    </a:extLst>
                  </p:cNvPr>
                  <p:cNvCxnSpPr/>
                  <p:nvPr/>
                </p:nvCxnSpPr>
                <p:spPr>
                  <a:xfrm>
                    <a:off x="5527108" y="2715766"/>
                    <a:ext cx="1368000" cy="0"/>
                  </a:xfrm>
                  <a:prstGeom prst="line">
                    <a:avLst/>
                  </a:prstGeom>
                  <a:grpFill/>
                </p:spPr>
                <p:style>
                  <a:lnRef idx="1">
                    <a:schemeClr val="dk1"/>
                  </a:lnRef>
                  <a:fillRef idx="0">
                    <a:schemeClr val="dk1"/>
                  </a:fillRef>
                  <a:effectRef idx="0">
                    <a:schemeClr val="dk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44" name="直接连接符 43">
                    <a:extLst>
                      <a:ext uri="{FF2B5EF4-FFF2-40B4-BE49-F238E27FC236}">
                        <a16:creationId xmlns:a16="http://schemas.microsoft.com/office/drawing/2014/main" id="{5E7FA2BF-EC9D-43E6-8CB8-F734A39E2367}"/>
                      </a:ext>
                    </a:extLst>
                  </p:cNvPr>
                  <p:cNvCxnSpPr/>
                  <p:nvPr/>
                </p:nvCxnSpPr>
                <p:spPr>
                  <a:xfrm>
                    <a:off x="5525896" y="2931790"/>
                    <a:ext cx="864096" cy="0"/>
                  </a:xfrm>
                  <a:prstGeom prst="line">
                    <a:avLst/>
                  </a:prstGeom>
                  <a:grpFill/>
                </p:spPr>
                <p:style>
                  <a:lnRef idx="1">
                    <a:schemeClr val="dk1"/>
                  </a:lnRef>
                  <a:fillRef idx="0">
                    <a:schemeClr val="dk1"/>
                  </a:fillRef>
                  <a:effectRef idx="0">
                    <a:schemeClr val="dk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45" name="直接连接符 44">
                    <a:extLst>
                      <a:ext uri="{FF2B5EF4-FFF2-40B4-BE49-F238E27FC236}">
                        <a16:creationId xmlns:a16="http://schemas.microsoft.com/office/drawing/2014/main" id="{34568066-B6EE-41EA-9500-846C4258FD47}"/>
                      </a:ext>
                    </a:extLst>
                  </p:cNvPr>
                  <p:cNvCxnSpPr/>
                  <p:nvPr/>
                </p:nvCxnSpPr>
                <p:spPr>
                  <a:xfrm>
                    <a:off x="5525896" y="3147814"/>
                    <a:ext cx="1368000" cy="0"/>
                  </a:xfrm>
                  <a:prstGeom prst="line">
                    <a:avLst/>
                  </a:prstGeom>
                  <a:grpFill/>
                </p:spPr>
                <p:style>
                  <a:lnRef idx="1">
                    <a:schemeClr val="dk1"/>
                  </a:lnRef>
                  <a:fillRef idx="0">
                    <a:schemeClr val="dk1"/>
                  </a:fillRef>
                  <a:effectRef idx="0">
                    <a:schemeClr val="dk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46" name="直接连接符 45">
                    <a:extLst>
                      <a:ext uri="{FF2B5EF4-FFF2-40B4-BE49-F238E27FC236}">
                        <a16:creationId xmlns:a16="http://schemas.microsoft.com/office/drawing/2014/main" id="{5006DE87-E754-440E-9057-612A79A0153B}"/>
                      </a:ext>
                    </a:extLst>
                  </p:cNvPr>
                  <p:cNvCxnSpPr/>
                  <p:nvPr/>
                </p:nvCxnSpPr>
                <p:spPr>
                  <a:xfrm>
                    <a:off x="5525896" y="3363838"/>
                    <a:ext cx="864096" cy="0"/>
                  </a:xfrm>
                  <a:prstGeom prst="line">
                    <a:avLst/>
                  </a:prstGeom>
                  <a:grpFill/>
                </p:spPr>
                <p:style>
                  <a:lnRef idx="1">
                    <a:schemeClr val="dk1"/>
                  </a:lnRef>
                  <a:fillRef idx="0">
                    <a:schemeClr val="dk1"/>
                  </a:fillRef>
                  <a:effectRef idx="0">
                    <a:schemeClr val="dk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47" name="直接连接符 46">
                    <a:extLst>
                      <a:ext uri="{FF2B5EF4-FFF2-40B4-BE49-F238E27FC236}">
                        <a16:creationId xmlns:a16="http://schemas.microsoft.com/office/drawing/2014/main" id="{A6883ED8-6EC1-43E8-A554-B8C205F910BA}"/>
                      </a:ext>
                    </a:extLst>
                  </p:cNvPr>
                  <p:cNvCxnSpPr/>
                  <p:nvPr/>
                </p:nvCxnSpPr>
                <p:spPr>
                  <a:xfrm>
                    <a:off x="5525896" y="3579862"/>
                    <a:ext cx="864096" cy="0"/>
                  </a:xfrm>
                  <a:prstGeom prst="line">
                    <a:avLst/>
                  </a:prstGeom>
                  <a:grpFill/>
                </p:spPr>
                <p:style>
                  <a:lnRef idx="1">
                    <a:schemeClr val="dk1"/>
                  </a:lnRef>
                  <a:fillRef idx="0">
                    <a:schemeClr val="dk1"/>
                  </a:fillRef>
                  <a:effectRef idx="0">
                    <a:schemeClr val="dk1"/>
                  </a:effectRef>
                  <a:fontRef idx="minor">
                    <a:schemeClr val="tx1"/>
                  </a:fontRef>
                </p:style>
              </p:cxnSp>
            </p:grpSp>
            <p:sp>
              <p:nvSpPr>
                <p:cNvPr id="36" name="文本框 35">
                  <a:extLst>
                    <a:ext uri="{FF2B5EF4-FFF2-40B4-BE49-F238E27FC236}">
                      <a16:creationId xmlns:a16="http://schemas.microsoft.com/office/drawing/2014/main" id="{6FD692B5-3BDF-4929-AF1F-6AAA815E006C}"/>
                    </a:ext>
                  </a:extLst>
                </p:cNvPr>
                <p:cNvSpPr txBox="1"/>
                <p:nvPr/>
              </p:nvSpPr>
              <p:spPr>
                <a:xfrm rot="20357549">
                  <a:off x="280844" y="1794008"/>
                  <a:ext cx="723275" cy="253916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r>
                    <a:rPr lang="zh-CN" altLang="en-US" sz="1050"/>
                    <a:t>心理科学</a:t>
                  </a:r>
                </a:p>
              </p:txBody>
            </p:sp>
          </p:grpSp>
        </p:grpSp>
        <p:sp>
          <p:nvSpPr>
            <p:cNvPr id="22" name="文本框 21">
              <a:extLst>
                <a:ext uri="{FF2B5EF4-FFF2-40B4-BE49-F238E27FC236}">
                  <a16:creationId xmlns:a16="http://schemas.microsoft.com/office/drawing/2014/main" id="{05060B7E-CAE6-42B8-8DC4-ABEF86C6889A}"/>
                </a:ext>
              </a:extLst>
            </p:cNvPr>
            <p:cNvSpPr txBox="1"/>
            <p:nvPr/>
          </p:nvSpPr>
          <p:spPr>
            <a:xfrm>
              <a:off x="71806" y="3276503"/>
              <a:ext cx="2286203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CN" sz="1400" b="1" i="1" dirty="0">
                  <a:latin typeface="Times New Roman" panose="02020603050405020304" pitchFamily="18" charset="0"/>
                </a:rPr>
                <a:t>1000 Chines journal articles</a:t>
              </a:r>
              <a:endParaRPr lang="zh-CN" altLang="en-US" sz="1400" b="1" i="1" dirty="0">
                <a:latin typeface="Times New Roman" panose="02020603050405020304" pitchFamily="18" charset="0"/>
              </a:endParaRPr>
            </a:p>
          </p:txBody>
        </p:sp>
      </p:grpSp>
      <p:cxnSp>
        <p:nvCxnSpPr>
          <p:cNvPr id="8" name="直接箭头连接符 7">
            <a:extLst>
              <a:ext uri="{FF2B5EF4-FFF2-40B4-BE49-F238E27FC236}">
                <a16:creationId xmlns:a16="http://schemas.microsoft.com/office/drawing/2014/main" id="{AD4C1D41-22FC-42DD-B568-8F73C4971CEC}"/>
              </a:ext>
            </a:extLst>
          </p:cNvPr>
          <p:cNvCxnSpPr>
            <a:cxnSpLocks/>
          </p:cNvCxnSpPr>
          <p:nvPr/>
        </p:nvCxnSpPr>
        <p:spPr>
          <a:xfrm flipH="1">
            <a:off x="1832134" y="1594563"/>
            <a:ext cx="885076" cy="422903"/>
          </a:xfrm>
          <a:prstGeom prst="straightConnector1">
            <a:avLst/>
          </a:prstGeom>
          <a:ln w="19050">
            <a:solidFill>
              <a:schemeClr val="tx1">
                <a:lumMod val="50000"/>
              </a:schemeClr>
            </a:solidFill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55" name="直接箭头连接符 154">
            <a:extLst>
              <a:ext uri="{FF2B5EF4-FFF2-40B4-BE49-F238E27FC236}">
                <a16:creationId xmlns:a16="http://schemas.microsoft.com/office/drawing/2014/main" id="{A0FAE570-429B-486C-B876-7602F545AF61}"/>
              </a:ext>
            </a:extLst>
          </p:cNvPr>
          <p:cNvCxnSpPr>
            <a:cxnSpLocks/>
          </p:cNvCxnSpPr>
          <p:nvPr/>
        </p:nvCxnSpPr>
        <p:spPr>
          <a:xfrm flipH="1" flipV="1">
            <a:off x="1830244" y="2117269"/>
            <a:ext cx="464140" cy="1030565"/>
          </a:xfrm>
          <a:prstGeom prst="straightConnector1">
            <a:avLst/>
          </a:prstGeom>
          <a:ln w="19050">
            <a:solidFill>
              <a:schemeClr val="tx1">
                <a:lumMod val="50000"/>
              </a:schemeClr>
            </a:solidFill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97" name="文本框 196">
            <a:extLst>
              <a:ext uri="{FF2B5EF4-FFF2-40B4-BE49-F238E27FC236}">
                <a16:creationId xmlns:a16="http://schemas.microsoft.com/office/drawing/2014/main" id="{F2B4AB5B-54A9-4ED8-A647-5EE0ADD3BF7D}"/>
              </a:ext>
            </a:extLst>
          </p:cNvPr>
          <p:cNvSpPr txBox="1"/>
          <p:nvPr/>
        </p:nvSpPr>
        <p:spPr>
          <a:xfrm>
            <a:off x="476396" y="3126473"/>
            <a:ext cx="1079142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1400" b="1" i="1" dirty="0">
                <a:latin typeface="Times New Roman" panose="02020603050405020304" pitchFamily="18" charset="0"/>
              </a:rPr>
              <a:t>Data source</a:t>
            </a:r>
            <a:endParaRPr lang="zh-CN" altLang="en-US" sz="1400" b="1" i="1" dirty="0">
              <a:latin typeface="Times New Roman" panose="02020603050405020304" pitchFamily="18" charset="0"/>
            </a:endParaRPr>
          </a:p>
        </p:txBody>
      </p:sp>
      <p:graphicFrame>
        <p:nvGraphicFramePr>
          <p:cNvPr id="225" name="表格 224">
            <a:extLst>
              <a:ext uri="{FF2B5EF4-FFF2-40B4-BE49-F238E27FC236}">
                <a16:creationId xmlns:a16="http://schemas.microsoft.com/office/drawing/2014/main" id="{3FF2975A-8E30-49EB-AC2D-D475177F249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883305877"/>
              </p:ext>
            </p:extLst>
          </p:nvPr>
        </p:nvGraphicFramePr>
        <p:xfrm>
          <a:off x="476396" y="1623994"/>
          <a:ext cx="1227512" cy="84778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06878">
                  <a:extLst>
                    <a:ext uri="{9D8B030D-6E8A-4147-A177-3AD203B41FA5}">
                      <a16:colId xmlns:a16="http://schemas.microsoft.com/office/drawing/2014/main" val="2646045891"/>
                    </a:ext>
                  </a:extLst>
                </a:gridCol>
                <a:gridCol w="306878">
                  <a:extLst>
                    <a:ext uri="{9D8B030D-6E8A-4147-A177-3AD203B41FA5}">
                      <a16:colId xmlns:a16="http://schemas.microsoft.com/office/drawing/2014/main" val="145259867"/>
                    </a:ext>
                  </a:extLst>
                </a:gridCol>
                <a:gridCol w="306878">
                  <a:extLst>
                    <a:ext uri="{9D8B030D-6E8A-4147-A177-3AD203B41FA5}">
                      <a16:colId xmlns:a16="http://schemas.microsoft.com/office/drawing/2014/main" val="1127070795"/>
                    </a:ext>
                  </a:extLst>
                </a:gridCol>
                <a:gridCol w="306878">
                  <a:extLst>
                    <a:ext uri="{9D8B030D-6E8A-4147-A177-3AD203B41FA5}">
                      <a16:colId xmlns:a16="http://schemas.microsoft.com/office/drawing/2014/main" val="4091917305"/>
                    </a:ext>
                  </a:extLst>
                </a:gridCol>
              </a:tblGrid>
              <a:tr h="280786">
                <a:tc>
                  <a:txBody>
                    <a:bodyPr/>
                    <a:lstStyle/>
                    <a:p>
                      <a:endParaRPr lang="zh-CN" altLang="en-US" sz="1400"/>
                    </a:p>
                  </a:txBody>
                  <a:tcPr marL="69235" marR="69235" marT="34617" marB="34617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400"/>
                    </a:p>
                  </a:txBody>
                  <a:tcPr marL="69235" marR="69235" marT="34617" marB="34617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400"/>
                    </a:p>
                  </a:txBody>
                  <a:tcPr marL="69235" marR="69235" marT="34617" marB="34617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400"/>
                    </a:p>
                  </a:txBody>
                  <a:tcPr marL="69235" marR="69235" marT="34617" marB="34617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77610009"/>
                  </a:ext>
                </a:extLst>
              </a:tr>
              <a:tr h="280786">
                <a:tc>
                  <a:txBody>
                    <a:bodyPr/>
                    <a:lstStyle/>
                    <a:p>
                      <a:endParaRPr lang="zh-CN" altLang="en-US" sz="1400"/>
                    </a:p>
                  </a:txBody>
                  <a:tcPr marL="69235" marR="69235" marT="34617" marB="34617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400"/>
                    </a:p>
                  </a:txBody>
                  <a:tcPr marL="69235" marR="69235" marT="34617" marB="34617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400"/>
                    </a:p>
                  </a:txBody>
                  <a:tcPr marL="69235" marR="69235" marT="34617" marB="34617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400"/>
                    </a:p>
                  </a:txBody>
                  <a:tcPr marL="69235" marR="69235" marT="34617" marB="34617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317894633"/>
                  </a:ext>
                </a:extLst>
              </a:tr>
              <a:tr h="280786">
                <a:tc>
                  <a:txBody>
                    <a:bodyPr/>
                    <a:lstStyle/>
                    <a:p>
                      <a:endParaRPr lang="zh-CN" altLang="en-US" sz="1400"/>
                    </a:p>
                  </a:txBody>
                  <a:tcPr marL="69235" marR="69235" marT="34617" marB="34617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400"/>
                    </a:p>
                  </a:txBody>
                  <a:tcPr marL="69235" marR="69235" marT="34617" marB="34617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400"/>
                    </a:p>
                  </a:txBody>
                  <a:tcPr marL="69235" marR="69235" marT="34617" marB="34617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400"/>
                    </a:p>
                  </a:txBody>
                  <a:tcPr marL="69235" marR="69235" marT="34617" marB="34617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864347215"/>
                  </a:ext>
                </a:extLst>
              </a:tr>
            </a:tbl>
          </a:graphicData>
        </a:graphic>
      </p:graphicFrame>
      <p:graphicFrame>
        <p:nvGraphicFramePr>
          <p:cNvPr id="226" name="表格 225">
            <a:extLst>
              <a:ext uri="{FF2B5EF4-FFF2-40B4-BE49-F238E27FC236}">
                <a16:creationId xmlns:a16="http://schemas.microsoft.com/office/drawing/2014/main" id="{E7E1EB4A-D3FA-4952-882D-405690D294C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221167442"/>
              </p:ext>
            </p:extLst>
          </p:nvPr>
        </p:nvGraphicFramePr>
        <p:xfrm>
          <a:off x="167983" y="2133786"/>
          <a:ext cx="1227512" cy="84778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06878">
                  <a:extLst>
                    <a:ext uri="{9D8B030D-6E8A-4147-A177-3AD203B41FA5}">
                      <a16:colId xmlns:a16="http://schemas.microsoft.com/office/drawing/2014/main" val="2646045891"/>
                    </a:ext>
                  </a:extLst>
                </a:gridCol>
                <a:gridCol w="306878">
                  <a:extLst>
                    <a:ext uri="{9D8B030D-6E8A-4147-A177-3AD203B41FA5}">
                      <a16:colId xmlns:a16="http://schemas.microsoft.com/office/drawing/2014/main" val="145259867"/>
                    </a:ext>
                  </a:extLst>
                </a:gridCol>
                <a:gridCol w="306878">
                  <a:extLst>
                    <a:ext uri="{9D8B030D-6E8A-4147-A177-3AD203B41FA5}">
                      <a16:colId xmlns:a16="http://schemas.microsoft.com/office/drawing/2014/main" val="1127070795"/>
                    </a:ext>
                  </a:extLst>
                </a:gridCol>
                <a:gridCol w="306878">
                  <a:extLst>
                    <a:ext uri="{9D8B030D-6E8A-4147-A177-3AD203B41FA5}">
                      <a16:colId xmlns:a16="http://schemas.microsoft.com/office/drawing/2014/main" val="4091917305"/>
                    </a:ext>
                  </a:extLst>
                </a:gridCol>
              </a:tblGrid>
              <a:tr h="280786">
                <a:tc>
                  <a:txBody>
                    <a:bodyPr/>
                    <a:lstStyle/>
                    <a:p>
                      <a:r>
                        <a:rPr lang="en-US" altLang="zh-CN" sz="1400"/>
                        <a:t>...</a:t>
                      </a:r>
                      <a:endParaRPr lang="zh-CN" altLang="en-US" sz="1400"/>
                    </a:p>
                  </a:txBody>
                  <a:tcPr marL="69235" marR="69235" marT="34617" marB="34617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400"/>
                    </a:p>
                  </a:txBody>
                  <a:tcPr marL="69235" marR="69235" marT="34617" marB="34617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400"/>
                    </a:p>
                  </a:txBody>
                  <a:tcPr marL="69235" marR="69235" marT="34617" marB="34617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400"/>
                    </a:p>
                  </a:txBody>
                  <a:tcPr marL="69235" marR="69235" marT="34617" marB="34617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77610009"/>
                  </a:ext>
                </a:extLst>
              </a:tr>
              <a:tr h="280786">
                <a:tc>
                  <a:txBody>
                    <a:bodyPr/>
                    <a:lstStyle/>
                    <a:p>
                      <a:endParaRPr lang="zh-CN" altLang="en-US" sz="1400"/>
                    </a:p>
                  </a:txBody>
                  <a:tcPr marL="69235" marR="69235" marT="34617" marB="34617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400"/>
                    </a:p>
                  </a:txBody>
                  <a:tcPr marL="69235" marR="69235" marT="34617" marB="34617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400"/>
                    </a:p>
                  </a:txBody>
                  <a:tcPr marL="69235" marR="69235" marT="34617" marB="34617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400"/>
                    </a:p>
                  </a:txBody>
                  <a:tcPr marL="69235" marR="69235" marT="34617" marB="34617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317894633"/>
                  </a:ext>
                </a:extLst>
              </a:tr>
              <a:tr h="280786">
                <a:tc>
                  <a:txBody>
                    <a:bodyPr/>
                    <a:lstStyle/>
                    <a:p>
                      <a:endParaRPr lang="zh-CN" altLang="en-US" sz="1400"/>
                    </a:p>
                  </a:txBody>
                  <a:tcPr marL="69235" marR="69235" marT="34617" marB="34617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400"/>
                    </a:p>
                  </a:txBody>
                  <a:tcPr marL="69235" marR="69235" marT="34617" marB="34617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400"/>
                    </a:p>
                  </a:txBody>
                  <a:tcPr marL="69235" marR="69235" marT="34617" marB="34617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400" dirty="0"/>
                    </a:p>
                  </a:txBody>
                  <a:tcPr marL="69235" marR="69235" marT="34617" marB="34617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864347215"/>
                  </a:ext>
                </a:extLst>
              </a:tr>
            </a:tbl>
          </a:graphicData>
        </a:graphic>
      </p:graphicFrame>
      <p:pic>
        <p:nvPicPr>
          <p:cNvPr id="228" name="图片 227">
            <a:extLst>
              <a:ext uri="{FF2B5EF4-FFF2-40B4-BE49-F238E27FC236}">
                <a16:creationId xmlns:a16="http://schemas.microsoft.com/office/drawing/2014/main" id="{5C5B4C63-AD0B-4E3F-B0CA-B6BA4BA88896}"/>
              </a:ext>
            </a:extLst>
          </p:cNvPr>
          <p:cNvPicPr>
            <a:picLocks noChangeAspect="1"/>
          </p:cNvPicPr>
          <p:nvPr/>
        </p:nvPicPr>
        <p:blipFill rotWithShape="1">
          <a:blip r:embed="rId2" cstate="print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saturation sat="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r="8651"/>
          <a:stretch/>
        </p:blipFill>
        <p:spPr>
          <a:xfrm>
            <a:off x="2500944" y="2981568"/>
            <a:ext cx="2710541" cy="1581372"/>
          </a:xfrm>
          <a:prstGeom prst="rect">
            <a:avLst/>
          </a:prstGeom>
        </p:spPr>
      </p:pic>
      <p:sp>
        <p:nvSpPr>
          <p:cNvPr id="229" name="文本框 228">
            <a:extLst>
              <a:ext uri="{FF2B5EF4-FFF2-40B4-BE49-F238E27FC236}">
                <a16:creationId xmlns:a16="http://schemas.microsoft.com/office/drawing/2014/main" id="{2134D710-6D5C-46D9-B83B-E6ACFA0F728A}"/>
              </a:ext>
            </a:extLst>
          </p:cNvPr>
          <p:cNvSpPr txBox="1"/>
          <p:nvPr/>
        </p:nvSpPr>
        <p:spPr>
          <a:xfrm>
            <a:off x="1761199" y="4527314"/>
            <a:ext cx="4023858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1400" b="1" i="1" dirty="0">
                <a:latin typeface="Times New Roman" panose="02020603050405020304" pitchFamily="18" charset="0"/>
              </a:rPr>
              <a:t> 27 large-scale International collaborations projects</a:t>
            </a:r>
            <a:endParaRPr lang="zh-CN" altLang="en-US" sz="1400" b="1" i="1" dirty="0">
              <a:latin typeface="Times New Roman" panose="02020603050405020304" pitchFamily="18" charset="0"/>
            </a:endParaRPr>
          </a:p>
        </p:txBody>
      </p:sp>
      <p:pic>
        <p:nvPicPr>
          <p:cNvPr id="9" name="图片 8">
            <a:extLst>
              <a:ext uri="{FF2B5EF4-FFF2-40B4-BE49-F238E27FC236}">
                <a16:creationId xmlns:a16="http://schemas.microsoft.com/office/drawing/2014/main" id="{F5D150F8-9AD5-9F05-31A3-91708B0A6730}"/>
              </a:ext>
            </a:extLst>
          </p:cNvPr>
          <p:cNvPicPr>
            <a:picLocks noChangeAspect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84941"/>
          <a:stretch/>
        </p:blipFill>
        <p:spPr>
          <a:xfrm>
            <a:off x="-3056" y="0"/>
            <a:ext cx="9144000" cy="653540"/>
          </a:xfrm>
          <a:prstGeom prst="rect">
            <a:avLst/>
          </a:prstGeom>
        </p:spPr>
      </p:pic>
      <p:pic>
        <p:nvPicPr>
          <p:cNvPr id="4" name="图片 3">
            <a:extLst>
              <a:ext uri="{FF2B5EF4-FFF2-40B4-BE49-F238E27FC236}">
                <a16:creationId xmlns:a16="http://schemas.microsoft.com/office/drawing/2014/main" id="{A43132B6-6E21-A2D3-BCA7-FA1AE995141C}"/>
              </a:ext>
            </a:extLst>
          </p:cNvPr>
          <p:cNvPicPr>
            <a:picLocks noChangeAspect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77174" b="79866"/>
          <a:stretch/>
        </p:blipFill>
        <p:spPr>
          <a:xfrm>
            <a:off x="-1" y="0"/>
            <a:ext cx="3347865" cy="653540"/>
          </a:xfrm>
          <a:prstGeom prst="rect">
            <a:avLst/>
          </a:prstGeom>
          <a:ln>
            <a:noFill/>
          </a:ln>
        </p:spPr>
      </p:pic>
      <p:grpSp>
        <p:nvGrpSpPr>
          <p:cNvPr id="13" name="组合 12">
            <a:extLst>
              <a:ext uri="{FF2B5EF4-FFF2-40B4-BE49-F238E27FC236}">
                <a16:creationId xmlns:a16="http://schemas.microsoft.com/office/drawing/2014/main" id="{07B1193A-2893-C606-9C03-6D4EC728D2F8}"/>
              </a:ext>
            </a:extLst>
          </p:cNvPr>
          <p:cNvGrpSpPr/>
          <p:nvPr/>
        </p:nvGrpSpPr>
        <p:grpSpPr>
          <a:xfrm>
            <a:off x="6516216" y="1749555"/>
            <a:ext cx="1746998" cy="1478122"/>
            <a:chOff x="6683651" y="1937491"/>
            <a:chExt cx="1746998" cy="1478122"/>
          </a:xfrm>
        </p:grpSpPr>
        <p:grpSp>
          <p:nvGrpSpPr>
            <p:cNvPr id="14" name="组合 13">
              <a:extLst>
                <a:ext uri="{FF2B5EF4-FFF2-40B4-BE49-F238E27FC236}">
                  <a16:creationId xmlns:a16="http://schemas.microsoft.com/office/drawing/2014/main" id="{BEBB2867-CD4D-AD83-7872-1B43EDEE429F}"/>
                </a:ext>
              </a:extLst>
            </p:cNvPr>
            <p:cNvGrpSpPr/>
            <p:nvPr/>
          </p:nvGrpSpPr>
          <p:grpSpPr>
            <a:xfrm>
              <a:off x="6683651" y="1937491"/>
              <a:ext cx="873499" cy="1175560"/>
              <a:chOff x="5370965" y="1680603"/>
              <a:chExt cx="1793323" cy="2133285"/>
            </a:xfrm>
          </p:grpSpPr>
          <p:sp>
            <p:nvSpPr>
              <p:cNvPr id="32" name="矩形 31">
                <a:extLst>
                  <a:ext uri="{FF2B5EF4-FFF2-40B4-BE49-F238E27FC236}">
                    <a16:creationId xmlns:a16="http://schemas.microsoft.com/office/drawing/2014/main" id="{BF0D7E94-9272-6C69-B714-F959B152DDEF}"/>
                  </a:ext>
                </a:extLst>
              </p:cNvPr>
              <p:cNvSpPr/>
              <p:nvPr/>
            </p:nvSpPr>
            <p:spPr>
              <a:xfrm>
                <a:off x="5370965" y="1680603"/>
                <a:ext cx="1793323" cy="2133285"/>
              </a:xfrm>
              <a:prstGeom prst="rect">
                <a:avLst/>
              </a:prstGeom>
              <a:solidFill>
                <a:schemeClr val="bg1"/>
              </a:solidFill>
              <a:ln>
                <a:solidFill>
                  <a:schemeClr val="tx1">
                    <a:lumMod val="5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cxnSp>
            <p:nvCxnSpPr>
              <p:cNvPr id="38" name="直接连接符 37">
                <a:extLst>
                  <a:ext uri="{FF2B5EF4-FFF2-40B4-BE49-F238E27FC236}">
                    <a16:creationId xmlns:a16="http://schemas.microsoft.com/office/drawing/2014/main" id="{BF6BB207-DD1C-B6E7-520C-05E577A12BF1}"/>
                  </a:ext>
                </a:extLst>
              </p:cNvPr>
              <p:cNvCxnSpPr/>
              <p:nvPr/>
            </p:nvCxnSpPr>
            <p:spPr>
              <a:xfrm>
                <a:off x="5527108" y="2067694"/>
                <a:ext cx="1368000" cy="0"/>
              </a:xfrm>
              <a:prstGeom prst="line">
                <a:avLst/>
              </a:prstGeom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39" name="直接连接符 38">
                <a:extLst>
                  <a:ext uri="{FF2B5EF4-FFF2-40B4-BE49-F238E27FC236}">
                    <a16:creationId xmlns:a16="http://schemas.microsoft.com/office/drawing/2014/main" id="{65DDC705-3901-48DA-2B0B-41790961BEB9}"/>
                  </a:ext>
                </a:extLst>
              </p:cNvPr>
              <p:cNvCxnSpPr/>
              <p:nvPr/>
            </p:nvCxnSpPr>
            <p:spPr>
              <a:xfrm>
                <a:off x="5527108" y="2283718"/>
                <a:ext cx="1368000" cy="0"/>
              </a:xfrm>
              <a:prstGeom prst="line">
                <a:avLst/>
              </a:prstGeom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92" name="直接连接符 91">
                <a:extLst>
                  <a:ext uri="{FF2B5EF4-FFF2-40B4-BE49-F238E27FC236}">
                    <a16:creationId xmlns:a16="http://schemas.microsoft.com/office/drawing/2014/main" id="{AE1BB546-31D0-87F0-42FA-65BB09CE4024}"/>
                  </a:ext>
                </a:extLst>
              </p:cNvPr>
              <p:cNvCxnSpPr/>
              <p:nvPr/>
            </p:nvCxnSpPr>
            <p:spPr>
              <a:xfrm>
                <a:off x="5527108" y="2499742"/>
                <a:ext cx="864096" cy="0"/>
              </a:xfrm>
              <a:prstGeom prst="line">
                <a:avLst/>
              </a:prstGeom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93" name="直接连接符 92">
                <a:extLst>
                  <a:ext uri="{FF2B5EF4-FFF2-40B4-BE49-F238E27FC236}">
                    <a16:creationId xmlns:a16="http://schemas.microsoft.com/office/drawing/2014/main" id="{226CEC95-7C6D-E351-B385-933B97439C08}"/>
                  </a:ext>
                </a:extLst>
              </p:cNvPr>
              <p:cNvCxnSpPr/>
              <p:nvPr/>
            </p:nvCxnSpPr>
            <p:spPr>
              <a:xfrm>
                <a:off x="5527108" y="2715766"/>
                <a:ext cx="1368000" cy="0"/>
              </a:xfrm>
              <a:prstGeom prst="line">
                <a:avLst/>
              </a:prstGeom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94" name="直接连接符 93">
                <a:extLst>
                  <a:ext uri="{FF2B5EF4-FFF2-40B4-BE49-F238E27FC236}">
                    <a16:creationId xmlns:a16="http://schemas.microsoft.com/office/drawing/2014/main" id="{D1C6A1D2-0775-39D2-9085-D8784A593E7E}"/>
                  </a:ext>
                </a:extLst>
              </p:cNvPr>
              <p:cNvCxnSpPr/>
              <p:nvPr/>
            </p:nvCxnSpPr>
            <p:spPr>
              <a:xfrm>
                <a:off x="5525896" y="2931790"/>
                <a:ext cx="864096" cy="0"/>
              </a:xfrm>
              <a:prstGeom prst="line">
                <a:avLst/>
              </a:prstGeom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95" name="直接连接符 94">
                <a:extLst>
                  <a:ext uri="{FF2B5EF4-FFF2-40B4-BE49-F238E27FC236}">
                    <a16:creationId xmlns:a16="http://schemas.microsoft.com/office/drawing/2014/main" id="{BAAF20D4-8113-34A3-4FE5-55CBE1B8F916}"/>
                  </a:ext>
                </a:extLst>
              </p:cNvPr>
              <p:cNvCxnSpPr/>
              <p:nvPr/>
            </p:nvCxnSpPr>
            <p:spPr>
              <a:xfrm>
                <a:off x="5525896" y="3147814"/>
                <a:ext cx="1368000" cy="0"/>
              </a:xfrm>
              <a:prstGeom prst="line">
                <a:avLst/>
              </a:prstGeom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96" name="直接连接符 95">
                <a:extLst>
                  <a:ext uri="{FF2B5EF4-FFF2-40B4-BE49-F238E27FC236}">
                    <a16:creationId xmlns:a16="http://schemas.microsoft.com/office/drawing/2014/main" id="{7AAE1E29-AFD2-5B23-D762-D78CE6115345}"/>
                  </a:ext>
                </a:extLst>
              </p:cNvPr>
              <p:cNvCxnSpPr/>
              <p:nvPr/>
            </p:nvCxnSpPr>
            <p:spPr>
              <a:xfrm>
                <a:off x="5525896" y="3363838"/>
                <a:ext cx="864096" cy="0"/>
              </a:xfrm>
              <a:prstGeom prst="line">
                <a:avLst/>
              </a:prstGeom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97" name="直接连接符 96">
                <a:extLst>
                  <a:ext uri="{FF2B5EF4-FFF2-40B4-BE49-F238E27FC236}">
                    <a16:creationId xmlns:a16="http://schemas.microsoft.com/office/drawing/2014/main" id="{404FDA52-E4BB-0F83-5A2B-AD76CF1BE62A}"/>
                  </a:ext>
                </a:extLst>
              </p:cNvPr>
              <p:cNvCxnSpPr/>
              <p:nvPr/>
            </p:nvCxnSpPr>
            <p:spPr>
              <a:xfrm>
                <a:off x="5525896" y="3579862"/>
                <a:ext cx="864096" cy="0"/>
              </a:xfrm>
              <a:prstGeom prst="line">
                <a:avLst/>
              </a:prstGeom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</p:grpSp>
        <p:sp>
          <p:nvSpPr>
            <p:cNvPr id="15" name="文本框 14">
              <a:extLst>
                <a:ext uri="{FF2B5EF4-FFF2-40B4-BE49-F238E27FC236}">
                  <a16:creationId xmlns:a16="http://schemas.microsoft.com/office/drawing/2014/main" id="{49F524F5-F564-1F44-831A-C5BF83B9F120}"/>
                </a:ext>
              </a:extLst>
            </p:cNvPr>
            <p:cNvSpPr txBox="1"/>
            <p:nvPr/>
          </p:nvSpPr>
          <p:spPr>
            <a:xfrm>
              <a:off x="6977945" y="3107836"/>
              <a:ext cx="1176925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CN" sz="1400" b="1" i="1" dirty="0">
                  <a:latin typeface="Times New Roman" panose="02020603050405020304" pitchFamily="18" charset="0"/>
                </a:rPr>
                <a:t>Code manual</a:t>
              </a:r>
              <a:endParaRPr lang="zh-CN" altLang="en-US" sz="1400" b="1" i="1" dirty="0">
                <a:latin typeface="Times New Roman" panose="02020603050405020304" pitchFamily="18" charset="0"/>
              </a:endParaRPr>
            </a:p>
          </p:txBody>
        </p:sp>
        <p:grpSp>
          <p:nvGrpSpPr>
            <p:cNvPr id="16" name="组合 15">
              <a:extLst>
                <a:ext uri="{FF2B5EF4-FFF2-40B4-BE49-F238E27FC236}">
                  <a16:creationId xmlns:a16="http://schemas.microsoft.com/office/drawing/2014/main" id="{B1F510E8-8799-ACBD-408B-7FF504B934E9}"/>
                </a:ext>
              </a:extLst>
            </p:cNvPr>
            <p:cNvGrpSpPr/>
            <p:nvPr/>
          </p:nvGrpSpPr>
          <p:grpSpPr>
            <a:xfrm flipH="1">
              <a:off x="7557150" y="1937491"/>
              <a:ext cx="873499" cy="1175560"/>
              <a:chOff x="5370965" y="1680603"/>
              <a:chExt cx="1793323" cy="2133285"/>
            </a:xfrm>
          </p:grpSpPr>
          <p:sp>
            <p:nvSpPr>
              <p:cNvPr id="17" name="矩形 16">
                <a:extLst>
                  <a:ext uri="{FF2B5EF4-FFF2-40B4-BE49-F238E27FC236}">
                    <a16:creationId xmlns:a16="http://schemas.microsoft.com/office/drawing/2014/main" id="{98E08A5B-14D7-7A73-CB6F-58FF215268D3}"/>
                  </a:ext>
                </a:extLst>
              </p:cNvPr>
              <p:cNvSpPr/>
              <p:nvPr/>
            </p:nvSpPr>
            <p:spPr>
              <a:xfrm>
                <a:off x="5370965" y="1680603"/>
                <a:ext cx="1793323" cy="2133285"/>
              </a:xfrm>
              <a:prstGeom prst="rect">
                <a:avLst/>
              </a:prstGeom>
              <a:solidFill>
                <a:schemeClr val="bg1"/>
              </a:solidFill>
              <a:ln>
                <a:solidFill>
                  <a:schemeClr val="tx1">
                    <a:lumMod val="5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cxnSp>
            <p:nvCxnSpPr>
              <p:cNvPr id="18" name="直接连接符 17">
                <a:extLst>
                  <a:ext uri="{FF2B5EF4-FFF2-40B4-BE49-F238E27FC236}">
                    <a16:creationId xmlns:a16="http://schemas.microsoft.com/office/drawing/2014/main" id="{4957423F-100B-8660-317C-26848924BC03}"/>
                  </a:ext>
                </a:extLst>
              </p:cNvPr>
              <p:cNvCxnSpPr/>
              <p:nvPr/>
            </p:nvCxnSpPr>
            <p:spPr>
              <a:xfrm>
                <a:off x="5527108" y="2067694"/>
                <a:ext cx="1368000" cy="0"/>
              </a:xfrm>
              <a:prstGeom prst="line">
                <a:avLst/>
              </a:prstGeom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21" name="直接连接符 20">
                <a:extLst>
                  <a:ext uri="{FF2B5EF4-FFF2-40B4-BE49-F238E27FC236}">
                    <a16:creationId xmlns:a16="http://schemas.microsoft.com/office/drawing/2014/main" id="{DFE4FA67-C906-FC58-85C3-2C08710D0A6A}"/>
                  </a:ext>
                </a:extLst>
              </p:cNvPr>
              <p:cNvCxnSpPr/>
              <p:nvPr/>
            </p:nvCxnSpPr>
            <p:spPr>
              <a:xfrm>
                <a:off x="5527108" y="2283718"/>
                <a:ext cx="1368000" cy="0"/>
              </a:xfrm>
              <a:prstGeom prst="line">
                <a:avLst/>
              </a:prstGeom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26" name="直接连接符 25">
                <a:extLst>
                  <a:ext uri="{FF2B5EF4-FFF2-40B4-BE49-F238E27FC236}">
                    <a16:creationId xmlns:a16="http://schemas.microsoft.com/office/drawing/2014/main" id="{80FB3F6F-DD90-73CF-3DCC-A92D15743E77}"/>
                  </a:ext>
                </a:extLst>
              </p:cNvPr>
              <p:cNvCxnSpPr/>
              <p:nvPr/>
            </p:nvCxnSpPr>
            <p:spPr>
              <a:xfrm>
                <a:off x="5527108" y="2499742"/>
                <a:ext cx="864096" cy="0"/>
              </a:xfrm>
              <a:prstGeom prst="line">
                <a:avLst/>
              </a:prstGeom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27" name="直接连接符 26">
                <a:extLst>
                  <a:ext uri="{FF2B5EF4-FFF2-40B4-BE49-F238E27FC236}">
                    <a16:creationId xmlns:a16="http://schemas.microsoft.com/office/drawing/2014/main" id="{37616989-DB80-1693-5943-90253A77B691}"/>
                  </a:ext>
                </a:extLst>
              </p:cNvPr>
              <p:cNvCxnSpPr/>
              <p:nvPr/>
            </p:nvCxnSpPr>
            <p:spPr>
              <a:xfrm>
                <a:off x="5527108" y="2715766"/>
                <a:ext cx="1368000" cy="0"/>
              </a:xfrm>
              <a:prstGeom prst="line">
                <a:avLst/>
              </a:prstGeom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28" name="直接连接符 27">
                <a:extLst>
                  <a:ext uri="{FF2B5EF4-FFF2-40B4-BE49-F238E27FC236}">
                    <a16:creationId xmlns:a16="http://schemas.microsoft.com/office/drawing/2014/main" id="{F2221D64-2529-C22C-F0ED-7A6AEE6299EB}"/>
                  </a:ext>
                </a:extLst>
              </p:cNvPr>
              <p:cNvCxnSpPr/>
              <p:nvPr/>
            </p:nvCxnSpPr>
            <p:spPr>
              <a:xfrm>
                <a:off x="5525896" y="2931790"/>
                <a:ext cx="864096" cy="0"/>
              </a:xfrm>
              <a:prstGeom prst="line">
                <a:avLst/>
              </a:prstGeom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29" name="直接连接符 28">
                <a:extLst>
                  <a:ext uri="{FF2B5EF4-FFF2-40B4-BE49-F238E27FC236}">
                    <a16:creationId xmlns:a16="http://schemas.microsoft.com/office/drawing/2014/main" id="{E6D298F0-8506-6C7C-AD59-491353DBB4EE}"/>
                  </a:ext>
                </a:extLst>
              </p:cNvPr>
              <p:cNvCxnSpPr/>
              <p:nvPr/>
            </p:nvCxnSpPr>
            <p:spPr>
              <a:xfrm>
                <a:off x="5525896" y="3147814"/>
                <a:ext cx="1368000" cy="0"/>
              </a:xfrm>
              <a:prstGeom prst="line">
                <a:avLst/>
              </a:prstGeom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30" name="直接连接符 29">
                <a:extLst>
                  <a:ext uri="{FF2B5EF4-FFF2-40B4-BE49-F238E27FC236}">
                    <a16:creationId xmlns:a16="http://schemas.microsoft.com/office/drawing/2014/main" id="{E73D4506-D536-700E-02CC-FD98BE314F1B}"/>
                  </a:ext>
                </a:extLst>
              </p:cNvPr>
              <p:cNvCxnSpPr/>
              <p:nvPr/>
            </p:nvCxnSpPr>
            <p:spPr>
              <a:xfrm>
                <a:off x="5525896" y="3363838"/>
                <a:ext cx="864096" cy="0"/>
              </a:xfrm>
              <a:prstGeom prst="line">
                <a:avLst/>
              </a:prstGeom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31" name="直接连接符 30">
                <a:extLst>
                  <a:ext uri="{FF2B5EF4-FFF2-40B4-BE49-F238E27FC236}">
                    <a16:creationId xmlns:a16="http://schemas.microsoft.com/office/drawing/2014/main" id="{630E2A08-9C0E-B640-BA66-8DFF8D89AB40}"/>
                  </a:ext>
                </a:extLst>
              </p:cNvPr>
              <p:cNvCxnSpPr/>
              <p:nvPr/>
            </p:nvCxnSpPr>
            <p:spPr>
              <a:xfrm>
                <a:off x="5525896" y="3579862"/>
                <a:ext cx="864096" cy="0"/>
              </a:xfrm>
              <a:prstGeom prst="line">
                <a:avLst/>
              </a:prstGeom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</p:grpSp>
      </p:grpSp>
      <p:cxnSp>
        <p:nvCxnSpPr>
          <p:cNvPr id="98" name="直接箭头连接符 97">
            <a:extLst>
              <a:ext uri="{FF2B5EF4-FFF2-40B4-BE49-F238E27FC236}">
                <a16:creationId xmlns:a16="http://schemas.microsoft.com/office/drawing/2014/main" id="{8C87CB28-528F-8627-14BB-0DBC5BABCD1A}"/>
              </a:ext>
            </a:extLst>
          </p:cNvPr>
          <p:cNvCxnSpPr>
            <a:cxnSpLocks/>
          </p:cNvCxnSpPr>
          <p:nvPr/>
        </p:nvCxnSpPr>
        <p:spPr>
          <a:xfrm flipH="1">
            <a:off x="5004048" y="2677112"/>
            <a:ext cx="1265070" cy="0"/>
          </a:xfrm>
          <a:prstGeom prst="straightConnector1">
            <a:avLst/>
          </a:prstGeom>
          <a:ln w="19050">
            <a:solidFill>
              <a:schemeClr val="tx1">
                <a:lumMod val="50000"/>
              </a:schemeClr>
            </a:solidFill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02" name="文本框 101">
            <a:extLst>
              <a:ext uri="{FF2B5EF4-FFF2-40B4-BE49-F238E27FC236}">
                <a16:creationId xmlns:a16="http://schemas.microsoft.com/office/drawing/2014/main" id="{98A4A098-B07B-5C8D-537A-86D15D374709}"/>
              </a:ext>
            </a:extLst>
          </p:cNvPr>
          <p:cNvSpPr txBox="1"/>
          <p:nvPr/>
        </p:nvSpPr>
        <p:spPr>
          <a:xfrm>
            <a:off x="6431693" y="3277024"/>
            <a:ext cx="1934557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1600" i="1" dirty="0">
                <a:latin typeface="Times New Roman" panose="02020603050405020304" pitchFamily="18" charset="0"/>
              </a:rPr>
              <a:t>Article basis info</a:t>
            </a:r>
          </a:p>
          <a:p>
            <a:pPr algn="ctr"/>
            <a:r>
              <a:rPr lang="en-US" altLang="zh-CN" sz="1600" i="1" dirty="0">
                <a:latin typeface="Times New Roman" panose="02020603050405020304" pitchFamily="18" charset="0"/>
              </a:rPr>
              <a:t>Subjects info</a:t>
            </a:r>
          </a:p>
          <a:p>
            <a:pPr algn="ctr"/>
            <a:r>
              <a:rPr lang="en-US" altLang="zh-CN" sz="1600" i="1" dirty="0">
                <a:latin typeface="Times New Roman" panose="02020603050405020304" pitchFamily="18" charset="0"/>
              </a:rPr>
              <a:t>Other important info</a:t>
            </a:r>
            <a:endParaRPr lang="zh-CN" altLang="en-US" sz="1600" i="1" dirty="0">
              <a:latin typeface="Times New Roman" panose="02020603050405020304" pitchFamily="18" charset="0"/>
            </a:endParaRPr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04EC6AEE-B68A-CF14-16A5-7CFAE79B1198}"/>
              </a:ext>
            </a:extLst>
          </p:cNvPr>
          <p:cNvSpPr txBox="1"/>
          <p:nvPr/>
        </p:nvSpPr>
        <p:spPr>
          <a:xfrm>
            <a:off x="78418" y="95937"/>
            <a:ext cx="1210075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2400" b="1" dirty="0">
                <a:solidFill>
                  <a:schemeClr val="bg1"/>
                </a:solidFill>
              </a:rPr>
              <a:t>Method</a:t>
            </a:r>
            <a:endParaRPr lang="zh-CN" altLang="en-US" sz="2400" b="1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61388318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/>
    </mc:Choice>
    <mc:Fallback xmlns="">
      <p:transition spd="slow" advClick="0"/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文本框 10"/>
          <p:cNvSpPr txBox="1"/>
          <p:nvPr/>
        </p:nvSpPr>
        <p:spPr>
          <a:xfrm>
            <a:off x="4825365" y="5765165"/>
            <a:ext cx="254127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>
                <a:solidFill>
                  <a:schemeClr val="bg2">
                    <a:lumMod val="90000"/>
                  </a:schemeClr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华中师范大学研究生会</a:t>
            </a:r>
          </a:p>
        </p:txBody>
      </p:sp>
      <p:pic>
        <p:nvPicPr>
          <p:cNvPr id="8" name="图片 7">
            <a:extLst>
              <a:ext uri="{FF2B5EF4-FFF2-40B4-BE49-F238E27FC236}">
                <a16:creationId xmlns:a16="http://schemas.microsoft.com/office/drawing/2014/main" id="{4E765B54-D10F-E0A8-CDE3-29CB89588CCE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79866"/>
          <a:stretch/>
        </p:blipFill>
        <p:spPr>
          <a:xfrm>
            <a:off x="-513" y="-19034"/>
            <a:ext cx="9144000" cy="873798"/>
          </a:xfrm>
          <a:prstGeom prst="rect">
            <a:avLst/>
          </a:prstGeom>
        </p:spPr>
      </p:pic>
      <p:pic>
        <p:nvPicPr>
          <p:cNvPr id="2" name="图片 1">
            <a:extLst>
              <a:ext uri="{FF2B5EF4-FFF2-40B4-BE49-F238E27FC236}">
                <a16:creationId xmlns:a16="http://schemas.microsoft.com/office/drawing/2014/main" id="{8C919812-E4A1-81BF-DDC4-5CB3B4B744CD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77174" b="79866"/>
          <a:stretch/>
        </p:blipFill>
        <p:spPr>
          <a:xfrm>
            <a:off x="-1" y="0"/>
            <a:ext cx="3347865" cy="854764"/>
          </a:xfrm>
          <a:prstGeom prst="rect">
            <a:avLst/>
          </a:prstGeom>
          <a:ln>
            <a:noFill/>
          </a:ln>
        </p:spPr>
      </p:pic>
      <p:sp>
        <p:nvSpPr>
          <p:cNvPr id="125" name="文本框 124">
            <a:extLst>
              <a:ext uri="{FF2B5EF4-FFF2-40B4-BE49-F238E27FC236}">
                <a16:creationId xmlns:a16="http://schemas.microsoft.com/office/drawing/2014/main" id="{87C7728D-5F73-4CE5-BB13-D31D735E15E4}"/>
              </a:ext>
            </a:extLst>
          </p:cNvPr>
          <p:cNvSpPr txBox="1"/>
          <p:nvPr/>
        </p:nvSpPr>
        <p:spPr>
          <a:xfrm>
            <a:off x="107504" y="187032"/>
            <a:ext cx="376737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2400" b="1" i="1" dirty="0">
                <a:solidFill>
                  <a:schemeClr val="bg1"/>
                </a:solidFill>
                <a:latin typeface="Times New Roman" panose="02020603050405020304" pitchFamily="18" charset="0"/>
              </a:rPr>
              <a:t>Reports of  Chinese journal </a:t>
            </a:r>
            <a:endParaRPr lang="zh-CN" altLang="en-US" sz="2400" b="1" i="1" dirty="0">
              <a:solidFill>
                <a:schemeClr val="bg1"/>
              </a:solidFill>
              <a:latin typeface="Times New Roman" panose="02020603050405020304" pitchFamily="18" charset="0"/>
            </a:endParaRPr>
          </a:p>
        </p:txBody>
      </p:sp>
      <p:pic>
        <p:nvPicPr>
          <p:cNvPr id="5" name="图片 4">
            <a:extLst>
              <a:ext uri="{FF2B5EF4-FFF2-40B4-BE49-F238E27FC236}">
                <a16:creationId xmlns:a16="http://schemas.microsoft.com/office/drawing/2014/main" id="{120A9AE4-4156-2050-7718-3F4B1819EB66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27584" y="1093200"/>
            <a:ext cx="7056784" cy="396944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5808983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/>
    </mc:Choice>
    <mc:Fallback xmlns="">
      <p:transition spd="slow" advClick="0"/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文本框 10"/>
          <p:cNvSpPr txBox="1"/>
          <p:nvPr/>
        </p:nvSpPr>
        <p:spPr>
          <a:xfrm>
            <a:off x="4825365" y="5765165"/>
            <a:ext cx="254127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>
                <a:solidFill>
                  <a:schemeClr val="bg2">
                    <a:lumMod val="90000"/>
                  </a:schemeClr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华中师范大学研究生会</a:t>
            </a:r>
          </a:p>
        </p:txBody>
      </p:sp>
      <p:pic>
        <p:nvPicPr>
          <p:cNvPr id="8" name="图片 7">
            <a:extLst>
              <a:ext uri="{FF2B5EF4-FFF2-40B4-BE49-F238E27FC236}">
                <a16:creationId xmlns:a16="http://schemas.microsoft.com/office/drawing/2014/main" id="{4E765B54-D10F-E0A8-CDE3-29CB89588CCE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79866"/>
          <a:stretch/>
        </p:blipFill>
        <p:spPr>
          <a:xfrm>
            <a:off x="-513" y="-19034"/>
            <a:ext cx="9144000" cy="873798"/>
          </a:xfrm>
          <a:prstGeom prst="rect">
            <a:avLst/>
          </a:prstGeom>
        </p:spPr>
      </p:pic>
      <p:pic>
        <p:nvPicPr>
          <p:cNvPr id="5" name="图片 4">
            <a:extLst>
              <a:ext uri="{FF2B5EF4-FFF2-40B4-BE49-F238E27FC236}">
                <a16:creationId xmlns:a16="http://schemas.microsoft.com/office/drawing/2014/main" id="{7D3F3D1C-9905-B8D5-D332-1116D31F8E9D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77174" b="79866"/>
          <a:stretch/>
        </p:blipFill>
        <p:spPr>
          <a:xfrm>
            <a:off x="-1" y="0"/>
            <a:ext cx="3347865" cy="854764"/>
          </a:xfrm>
          <a:prstGeom prst="rect">
            <a:avLst/>
          </a:prstGeom>
          <a:ln>
            <a:noFill/>
          </a:ln>
        </p:spPr>
      </p:pic>
      <p:sp>
        <p:nvSpPr>
          <p:cNvPr id="125" name="文本框 124">
            <a:extLst>
              <a:ext uri="{FF2B5EF4-FFF2-40B4-BE49-F238E27FC236}">
                <a16:creationId xmlns:a16="http://schemas.microsoft.com/office/drawing/2014/main" id="{87C7728D-5F73-4CE5-BB13-D31D735E15E4}"/>
              </a:ext>
            </a:extLst>
          </p:cNvPr>
          <p:cNvSpPr txBox="1"/>
          <p:nvPr/>
        </p:nvSpPr>
        <p:spPr>
          <a:xfrm>
            <a:off x="0" y="144016"/>
            <a:ext cx="8693405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2400" b="1" i="1" dirty="0">
                <a:solidFill>
                  <a:schemeClr val="bg1"/>
                </a:solidFill>
                <a:latin typeface="Times New Roman" panose="02020603050405020304" pitchFamily="18" charset="0"/>
              </a:rPr>
              <a:t>Chinese journal  vs  large-scale international collaborative projects</a:t>
            </a:r>
            <a:endParaRPr lang="zh-CN" altLang="en-US" sz="2400" b="1" i="1" dirty="0">
              <a:solidFill>
                <a:schemeClr val="bg1"/>
              </a:solidFill>
              <a:latin typeface="Times New Roman" panose="02020603050405020304" pitchFamily="18" charset="0"/>
            </a:endParaRPr>
          </a:p>
        </p:txBody>
      </p:sp>
      <p:pic>
        <p:nvPicPr>
          <p:cNvPr id="4" name="图片 3">
            <a:extLst>
              <a:ext uri="{FF2B5EF4-FFF2-40B4-BE49-F238E27FC236}">
                <a16:creationId xmlns:a16="http://schemas.microsoft.com/office/drawing/2014/main" id="{B01AB4AA-F292-B91B-8ACE-2DF74EDDE96D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51520" y="1059582"/>
            <a:ext cx="3939902" cy="3939902"/>
          </a:xfrm>
          <a:prstGeom prst="rect">
            <a:avLst/>
          </a:prstGeom>
        </p:spPr>
      </p:pic>
      <p:pic>
        <p:nvPicPr>
          <p:cNvPr id="9" name="图片 8">
            <a:extLst>
              <a:ext uri="{FF2B5EF4-FFF2-40B4-BE49-F238E27FC236}">
                <a16:creationId xmlns:a16="http://schemas.microsoft.com/office/drawing/2014/main" id="{3A1F6A6A-F901-B716-D365-790E3EBBAA72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866466" y="1143422"/>
            <a:ext cx="4000078" cy="400007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614265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/>
    </mc:Choice>
    <mc:Fallback xmlns="">
      <p:transition spd="slow" advClick="0"/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4B9E571-B1CD-A187-3A8E-D4B1C0FC4A9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文本框 10">
            <a:extLst>
              <a:ext uri="{FF2B5EF4-FFF2-40B4-BE49-F238E27FC236}">
                <a16:creationId xmlns:a16="http://schemas.microsoft.com/office/drawing/2014/main" id="{B0444091-C5D0-BF11-DC25-3BF6C28F0B1B}"/>
              </a:ext>
            </a:extLst>
          </p:cNvPr>
          <p:cNvSpPr txBox="1"/>
          <p:nvPr/>
        </p:nvSpPr>
        <p:spPr>
          <a:xfrm>
            <a:off x="4825365" y="5765165"/>
            <a:ext cx="254127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>
                <a:solidFill>
                  <a:schemeClr val="bg2">
                    <a:lumMod val="90000"/>
                  </a:schemeClr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华中师范大学研究生会</a:t>
            </a:r>
          </a:p>
        </p:txBody>
      </p:sp>
      <p:pic>
        <p:nvPicPr>
          <p:cNvPr id="8" name="图片 7">
            <a:extLst>
              <a:ext uri="{FF2B5EF4-FFF2-40B4-BE49-F238E27FC236}">
                <a16:creationId xmlns:a16="http://schemas.microsoft.com/office/drawing/2014/main" id="{CEB5F15B-6466-725B-D947-C41A6CF299AE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79866"/>
          <a:stretch/>
        </p:blipFill>
        <p:spPr>
          <a:xfrm>
            <a:off x="-513" y="-19034"/>
            <a:ext cx="9144000" cy="873798"/>
          </a:xfrm>
          <a:prstGeom prst="rect">
            <a:avLst/>
          </a:prstGeom>
        </p:spPr>
      </p:pic>
      <p:pic>
        <p:nvPicPr>
          <p:cNvPr id="5" name="图片 4">
            <a:extLst>
              <a:ext uri="{FF2B5EF4-FFF2-40B4-BE49-F238E27FC236}">
                <a16:creationId xmlns:a16="http://schemas.microsoft.com/office/drawing/2014/main" id="{6F3B98F4-B82A-37FE-CD56-064F075862C2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77174" b="79866"/>
          <a:stretch/>
        </p:blipFill>
        <p:spPr>
          <a:xfrm>
            <a:off x="-1" y="0"/>
            <a:ext cx="3347865" cy="854764"/>
          </a:xfrm>
          <a:prstGeom prst="rect">
            <a:avLst/>
          </a:prstGeom>
          <a:ln>
            <a:noFill/>
          </a:ln>
        </p:spPr>
      </p:pic>
      <p:sp>
        <p:nvSpPr>
          <p:cNvPr id="125" name="文本框 124">
            <a:extLst>
              <a:ext uri="{FF2B5EF4-FFF2-40B4-BE49-F238E27FC236}">
                <a16:creationId xmlns:a16="http://schemas.microsoft.com/office/drawing/2014/main" id="{ED373CBA-A282-B209-12CB-F15F1565837B}"/>
              </a:ext>
            </a:extLst>
          </p:cNvPr>
          <p:cNvSpPr txBox="1"/>
          <p:nvPr/>
        </p:nvSpPr>
        <p:spPr>
          <a:xfrm>
            <a:off x="107504" y="77973"/>
            <a:ext cx="5134739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2400" b="1" i="1" dirty="0">
                <a:solidFill>
                  <a:schemeClr val="bg1"/>
                </a:solidFill>
                <a:latin typeface="Times New Roman" panose="02020603050405020304" pitchFamily="18" charset="0"/>
              </a:rPr>
              <a:t>Chinese participants  vs  Census/CFPS</a:t>
            </a:r>
            <a:endParaRPr lang="zh-CN" altLang="en-US" sz="2400" b="1" i="1" dirty="0">
              <a:solidFill>
                <a:schemeClr val="bg1"/>
              </a:solidFill>
              <a:latin typeface="Times New Roman" panose="02020603050405020304" pitchFamily="18" charset="0"/>
            </a:endParaRPr>
          </a:p>
        </p:txBody>
      </p:sp>
      <p:pic>
        <p:nvPicPr>
          <p:cNvPr id="3" name="图片 2">
            <a:extLst>
              <a:ext uri="{FF2B5EF4-FFF2-40B4-BE49-F238E27FC236}">
                <a16:creationId xmlns:a16="http://schemas.microsoft.com/office/drawing/2014/main" id="{748EC503-4796-8000-678A-E343B10E90D1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7504" y="944533"/>
            <a:ext cx="4083918" cy="4083918"/>
          </a:xfrm>
          <a:prstGeom prst="rect">
            <a:avLst/>
          </a:prstGeom>
        </p:spPr>
      </p:pic>
      <p:pic>
        <p:nvPicPr>
          <p:cNvPr id="9" name="图片 8">
            <a:extLst>
              <a:ext uri="{FF2B5EF4-FFF2-40B4-BE49-F238E27FC236}">
                <a16:creationId xmlns:a16="http://schemas.microsoft.com/office/drawing/2014/main" id="{7CEC76C8-0E7F-F605-7275-4249BF4853A4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186993" y="1499544"/>
            <a:ext cx="4956494" cy="297389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2426535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/>
    </mc:Choice>
    <mc:Fallback xmlns="">
      <p:transition spd="slow" advClick="0"/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3423422-0EB6-A496-A93C-FBFE9876D1B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文本框 10">
            <a:extLst>
              <a:ext uri="{FF2B5EF4-FFF2-40B4-BE49-F238E27FC236}">
                <a16:creationId xmlns:a16="http://schemas.microsoft.com/office/drawing/2014/main" id="{FB8D552D-0917-2A7C-DE9F-DE90E07E7EBC}"/>
              </a:ext>
            </a:extLst>
          </p:cNvPr>
          <p:cNvSpPr txBox="1"/>
          <p:nvPr/>
        </p:nvSpPr>
        <p:spPr>
          <a:xfrm>
            <a:off x="4825365" y="5765165"/>
            <a:ext cx="254127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>
                <a:solidFill>
                  <a:schemeClr val="bg2">
                    <a:lumMod val="90000"/>
                  </a:schemeClr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华中师范大学研究生会</a:t>
            </a:r>
          </a:p>
        </p:txBody>
      </p:sp>
      <p:pic>
        <p:nvPicPr>
          <p:cNvPr id="13" name="图片 12">
            <a:extLst>
              <a:ext uri="{FF2B5EF4-FFF2-40B4-BE49-F238E27FC236}">
                <a16:creationId xmlns:a16="http://schemas.microsoft.com/office/drawing/2014/main" id="{64C766F4-D4C5-66D0-417F-C56E5EFD9412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79866"/>
          <a:stretch/>
        </p:blipFill>
        <p:spPr>
          <a:xfrm>
            <a:off x="-513" y="-19034"/>
            <a:ext cx="9144000" cy="873798"/>
          </a:xfrm>
          <a:prstGeom prst="rect">
            <a:avLst/>
          </a:prstGeom>
        </p:spPr>
      </p:pic>
      <p:pic>
        <p:nvPicPr>
          <p:cNvPr id="15" name="图片 14">
            <a:extLst>
              <a:ext uri="{FF2B5EF4-FFF2-40B4-BE49-F238E27FC236}">
                <a16:creationId xmlns:a16="http://schemas.microsoft.com/office/drawing/2014/main" id="{8D6A0227-F882-1166-E69F-992E030290A3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77174" b="79866"/>
          <a:stretch/>
        </p:blipFill>
        <p:spPr>
          <a:xfrm>
            <a:off x="-1" y="0"/>
            <a:ext cx="3347865" cy="854764"/>
          </a:xfrm>
          <a:prstGeom prst="rect">
            <a:avLst/>
          </a:prstGeom>
          <a:ln>
            <a:noFill/>
          </a:ln>
        </p:spPr>
      </p:pic>
      <p:sp>
        <p:nvSpPr>
          <p:cNvPr id="125" name="文本框 124">
            <a:extLst>
              <a:ext uri="{FF2B5EF4-FFF2-40B4-BE49-F238E27FC236}">
                <a16:creationId xmlns:a16="http://schemas.microsoft.com/office/drawing/2014/main" id="{F9804101-12C9-610E-3F01-C9103A55BDD4}"/>
              </a:ext>
            </a:extLst>
          </p:cNvPr>
          <p:cNvSpPr txBox="1"/>
          <p:nvPr/>
        </p:nvSpPr>
        <p:spPr>
          <a:xfrm>
            <a:off x="0" y="187032"/>
            <a:ext cx="806489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400" b="1" i="1" dirty="0">
                <a:solidFill>
                  <a:schemeClr val="bg1"/>
                </a:solidFill>
                <a:latin typeface="Times New Roman" panose="02020603050405020304" pitchFamily="18" charset="0"/>
              </a:rPr>
              <a:t>Chinese participants  vs  Other countries or regions</a:t>
            </a:r>
            <a:endParaRPr lang="zh-CN" altLang="en-US" sz="2400" b="1" i="1" dirty="0">
              <a:solidFill>
                <a:schemeClr val="bg1"/>
              </a:solidFill>
              <a:latin typeface="Times New Roman" panose="02020603050405020304" pitchFamily="18" charset="0"/>
            </a:endParaRPr>
          </a:p>
        </p:txBody>
      </p:sp>
      <p:pic>
        <p:nvPicPr>
          <p:cNvPr id="6" name="图片 5">
            <a:extLst>
              <a:ext uri="{FF2B5EF4-FFF2-40B4-BE49-F238E27FC236}">
                <a16:creationId xmlns:a16="http://schemas.microsoft.com/office/drawing/2014/main" id="{EDC8EF1B-C734-C6BF-A959-E9779D7E5EC7}"/>
              </a:ext>
            </a:extLst>
          </p:cNvPr>
          <p:cNvPicPr>
            <a:picLocks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7200"/>
          <a:stretch>
            <a:fillRect/>
          </a:stretch>
        </p:blipFill>
        <p:spPr>
          <a:xfrm>
            <a:off x="323528" y="633994"/>
            <a:ext cx="2374111" cy="4496427"/>
          </a:xfrm>
          <a:prstGeom prst="rect">
            <a:avLst/>
          </a:prstGeom>
        </p:spPr>
      </p:pic>
      <p:pic>
        <p:nvPicPr>
          <p:cNvPr id="17" name="图片 16">
            <a:extLst>
              <a:ext uri="{FF2B5EF4-FFF2-40B4-BE49-F238E27FC236}">
                <a16:creationId xmlns:a16="http://schemas.microsoft.com/office/drawing/2014/main" id="{9549B4D2-664D-7714-6633-287697477CFE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844419" y="625315"/>
            <a:ext cx="4503161" cy="450316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2726324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/>
    </mc:Choice>
    <mc:Fallback xmlns="">
      <p:transition spd="slow" advClick="0"/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文本框 10"/>
          <p:cNvSpPr txBox="1"/>
          <p:nvPr/>
        </p:nvSpPr>
        <p:spPr>
          <a:xfrm>
            <a:off x="4825365" y="5765165"/>
            <a:ext cx="254127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>
                <a:solidFill>
                  <a:schemeClr val="bg2">
                    <a:lumMod val="90000"/>
                  </a:schemeClr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华中师范大学研究生会</a:t>
            </a:r>
          </a:p>
        </p:txBody>
      </p:sp>
      <p:pic>
        <p:nvPicPr>
          <p:cNvPr id="8" name="图片 7">
            <a:extLst>
              <a:ext uri="{FF2B5EF4-FFF2-40B4-BE49-F238E27FC236}">
                <a16:creationId xmlns:a16="http://schemas.microsoft.com/office/drawing/2014/main" id="{4E765B54-D10F-E0A8-CDE3-29CB89588CCE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79866"/>
          <a:stretch/>
        </p:blipFill>
        <p:spPr>
          <a:xfrm>
            <a:off x="-513" y="-19034"/>
            <a:ext cx="9144000" cy="873798"/>
          </a:xfrm>
          <a:prstGeom prst="rect">
            <a:avLst/>
          </a:prstGeom>
        </p:spPr>
      </p:pic>
      <p:pic>
        <p:nvPicPr>
          <p:cNvPr id="3" name="图片 2">
            <a:extLst>
              <a:ext uri="{FF2B5EF4-FFF2-40B4-BE49-F238E27FC236}">
                <a16:creationId xmlns:a16="http://schemas.microsoft.com/office/drawing/2014/main" id="{D486DC61-1670-EEE9-4DFA-3B9BE3EBF809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284680" y="2289046"/>
            <a:ext cx="997966" cy="331414"/>
          </a:xfrm>
          <a:prstGeom prst="rect">
            <a:avLst/>
          </a:prstGeom>
        </p:spPr>
      </p:pic>
      <p:sp>
        <p:nvSpPr>
          <p:cNvPr id="5" name="文本框 4">
            <a:extLst>
              <a:ext uri="{FF2B5EF4-FFF2-40B4-BE49-F238E27FC236}">
                <a16:creationId xmlns:a16="http://schemas.microsoft.com/office/drawing/2014/main" id="{E81416F7-D8F5-0929-8D19-C1DC0CD1B98C}"/>
              </a:ext>
            </a:extLst>
          </p:cNvPr>
          <p:cNvSpPr txBox="1"/>
          <p:nvPr/>
        </p:nvSpPr>
        <p:spPr>
          <a:xfrm>
            <a:off x="835284" y="2735326"/>
            <a:ext cx="768159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1400" b="1" i="1" dirty="0">
                <a:latin typeface="Times New Roman" panose="02020603050405020304" pitchFamily="18" charset="0"/>
              </a:rPr>
              <a:t>2021.03</a:t>
            </a:r>
            <a:endParaRPr lang="zh-CN" altLang="en-US" sz="1400" b="1" i="1" dirty="0">
              <a:latin typeface="Times New Roman" panose="02020603050405020304" pitchFamily="18" charset="0"/>
            </a:endParaRPr>
          </a:p>
        </p:txBody>
      </p:sp>
      <p:pic>
        <p:nvPicPr>
          <p:cNvPr id="12" name="图片 11">
            <a:extLst>
              <a:ext uri="{FF2B5EF4-FFF2-40B4-BE49-F238E27FC236}">
                <a16:creationId xmlns:a16="http://schemas.microsoft.com/office/drawing/2014/main" id="{A85842E4-4088-E53C-7C4E-D67F5187ECCF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49765" y="2194763"/>
            <a:ext cx="556349" cy="556349"/>
          </a:xfrm>
          <a:prstGeom prst="rect">
            <a:avLst/>
          </a:prstGeom>
        </p:spPr>
      </p:pic>
      <p:sp>
        <p:nvSpPr>
          <p:cNvPr id="6" name="文本框 5">
            <a:extLst>
              <a:ext uri="{FF2B5EF4-FFF2-40B4-BE49-F238E27FC236}">
                <a16:creationId xmlns:a16="http://schemas.microsoft.com/office/drawing/2014/main" id="{7835F202-D986-3B03-FA0E-698AB896D84D}"/>
              </a:ext>
            </a:extLst>
          </p:cNvPr>
          <p:cNvSpPr txBox="1"/>
          <p:nvPr/>
        </p:nvSpPr>
        <p:spPr>
          <a:xfrm>
            <a:off x="2143861" y="2734001"/>
            <a:ext cx="768159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>
              <a:defRPr lang="zh-CN"/>
            </a:defPPr>
            <a:lvl1pPr>
              <a:defRPr sz="1400" b="1" i="1">
                <a:latin typeface="Times New Roman" panose="02020603050405020304" pitchFamily="18" charset="0"/>
              </a:defRPr>
            </a:lvl1pPr>
          </a:lstStyle>
          <a:p>
            <a:r>
              <a:rPr lang="en-US" altLang="zh-CN" dirty="0"/>
              <a:t>2021.05</a:t>
            </a:r>
            <a:endParaRPr lang="zh-CN" altLang="en-US" dirty="0"/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04E5A202-A974-D7A8-257F-B2DD992C22A8}"/>
              </a:ext>
            </a:extLst>
          </p:cNvPr>
          <p:cNvSpPr txBox="1"/>
          <p:nvPr/>
        </p:nvSpPr>
        <p:spPr>
          <a:xfrm>
            <a:off x="3357167" y="2739289"/>
            <a:ext cx="768159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1400" b="1" i="1" dirty="0">
                <a:latin typeface="Times New Roman" panose="02020603050405020304" pitchFamily="18" charset="0"/>
              </a:rPr>
              <a:t>2021.09</a:t>
            </a:r>
            <a:endParaRPr lang="zh-CN" altLang="en-US" sz="1400" b="1" i="1" dirty="0">
              <a:latin typeface="Times New Roman" panose="02020603050405020304" pitchFamily="18" charset="0"/>
            </a:endParaRPr>
          </a:p>
        </p:txBody>
      </p:sp>
      <p:pic>
        <p:nvPicPr>
          <p:cNvPr id="10" name="图片 9">
            <a:extLst>
              <a:ext uri="{FF2B5EF4-FFF2-40B4-BE49-F238E27FC236}">
                <a16:creationId xmlns:a16="http://schemas.microsoft.com/office/drawing/2014/main" id="{2BFB282E-EDD6-DF5B-4AAD-EB7EA2DB5615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4208" y="2103386"/>
            <a:ext cx="938851" cy="894617"/>
          </a:xfrm>
          <a:prstGeom prst="rect">
            <a:avLst/>
          </a:prstGeom>
        </p:spPr>
      </p:pic>
      <p:pic>
        <p:nvPicPr>
          <p:cNvPr id="4" name="图片 3">
            <a:extLst>
              <a:ext uri="{FF2B5EF4-FFF2-40B4-BE49-F238E27FC236}">
                <a16:creationId xmlns:a16="http://schemas.microsoft.com/office/drawing/2014/main" id="{251BDB6D-89B6-1789-66EC-CF3A8C04A987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77174" b="79866"/>
          <a:stretch/>
        </p:blipFill>
        <p:spPr>
          <a:xfrm>
            <a:off x="-1" y="-1"/>
            <a:ext cx="3347865" cy="847697"/>
          </a:xfrm>
          <a:prstGeom prst="rect">
            <a:avLst/>
          </a:prstGeom>
          <a:ln>
            <a:noFill/>
          </a:ln>
        </p:spPr>
      </p:pic>
      <p:grpSp>
        <p:nvGrpSpPr>
          <p:cNvPr id="25" name="组合 24">
            <a:extLst>
              <a:ext uri="{FF2B5EF4-FFF2-40B4-BE49-F238E27FC236}">
                <a16:creationId xmlns:a16="http://schemas.microsoft.com/office/drawing/2014/main" id="{1532A737-4BC5-F142-AF56-E7984DE62B3E}"/>
              </a:ext>
            </a:extLst>
          </p:cNvPr>
          <p:cNvGrpSpPr/>
          <p:nvPr/>
        </p:nvGrpSpPr>
        <p:grpSpPr>
          <a:xfrm rot="382494">
            <a:off x="676695" y="1551522"/>
            <a:ext cx="7346613" cy="2223742"/>
            <a:chOff x="447134" y="1118162"/>
            <a:chExt cx="7346613" cy="2223742"/>
          </a:xfrm>
        </p:grpSpPr>
        <p:grpSp>
          <p:nvGrpSpPr>
            <p:cNvPr id="18" name="组合 17">
              <a:extLst>
                <a:ext uri="{FF2B5EF4-FFF2-40B4-BE49-F238E27FC236}">
                  <a16:creationId xmlns:a16="http://schemas.microsoft.com/office/drawing/2014/main" id="{F87ACB3D-2256-79A3-6FB0-B41CD959D468}"/>
                </a:ext>
              </a:extLst>
            </p:cNvPr>
            <p:cNvGrpSpPr/>
            <p:nvPr/>
          </p:nvGrpSpPr>
          <p:grpSpPr>
            <a:xfrm rot="20772501">
              <a:off x="447134" y="1762852"/>
              <a:ext cx="2510572" cy="1579052"/>
              <a:chOff x="261228" y="1591158"/>
              <a:chExt cx="3984545" cy="2506123"/>
            </a:xfrm>
          </p:grpSpPr>
          <p:sp>
            <p:nvSpPr>
              <p:cNvPr id="15" name="空心弧 14">
                <a:extLst>
                  <a:ext uri="{FF2B5EF4-FFF2-40B4-BE49-F238E27FC236}">
                    <a16:creationId xmlns:a16="http://schemas.microsoft.com/office/drawing/2014/main" id="{A6835082-D764-8DCF-86A5-D38954F82C9C}"/>
                  </a:ext>
                </a:extLst>
              </p:cNvPr>
              <p:cNvSpPr/>
              <p:nvPr/>
            </p:nvSpPr>
            <p:spPr>
              <a:xfrm>
                <a:off x="261228" y="1591158"/>
                <a:ext cx="2083417" cy="2083417"/>
              </a:xfrm>
              <a:prstGeom prst="blockArc">
                <a:avLst>
                  <a:gd name="adj1" fmla="val 10800000"/>
                  <a:gd name="adj2" fmla="val 886494"/>
                  <a:gd name="adj3" fmla="val 6460"/>
                </a:avLst>
              </a:prstGeom>
              <a:solidFill>
                <a:srgbClr val="0070C0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>
                  <a:solidFill>
                    <a:schemeClr val="tx1"/>
                  </a:solidFill>
                </a:endParaRPr>
              </a:p>
            </p:txBody>
          </p:sp>
          <p:sp>
            <p:nvSpPr>
              <p:cNvPr id="17" name="空心弧 16">
                <a:extLst>
                  <a:ext uri="{FF2B5EF4-FFF2-40B4-BE49-F238E27FC236}">
                    <a16:creationId xmlns:a16="http://schemas.microsoft.com/office/drawing/2014/main" id="{43F2762A-ABA7-2ACA-358D-34709609E842}"/>
                  </a:ext>
                </a:extLst>
              </p:cNvPr>
              <p:cNvSpPr/>
              <p:nvPr/>
            </p:nvSpPr>
            <p:spPr>
              <a:xfrm rot="10627852">
                <a:off x="2162356" y="2013864"/>
                <a:ext cx="2083417" cy="2083417"/>
              </a:xfrm>
              <a:prstGeom prst="blockArc">
                <a:avLst>
                  <a:gd name="adj1" fmla="val 10800000"/>
                  <a:gd name="adj2" fmla="val 886494"/>
                  <a:gd name="adj3" fmla="val 6460"/>
                </a:avLst>
              </a:prstGeom>
              <a:solidFill>
                <a:srgbClr val="0070C0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>
                  <a:solidFill>
                    <a:schemeClr val="tx1"/>
                  </a:solidFill>
                </a:endParaRPr>
              </a:p>
            </p:txBody>
          </p:sp>
        </p:grpSp>
        <p:grpSp>
          <p:nvGrpSpPr>
            <p:cNvPr id="19" name="组合 18">
              <a:extLst>
                <a:ext uri="{FF2B5EF4-FFF2-40B4-BE49-F238E27FC236}">
                  <a16:creationId xmlns:a16="http://schemas.microsoft.com/office/drawing/2014/main" id="{EBC137CA-E102-6D4E-F610-126D5E9394F3}"/>
                </a:ext>
              </a:extLst>
            </p:cNvPr>
            <p:cNvGrpSpPr/>
            <p:nvPr/>
          </p:nvGrpSpPr>
          <p:grpSpPr>
            <a:xfrm rot="20772501">
              <a:off x="2865155" y="1443106"/>
              <a:ext cx="2510572" cy="1579052"/>
              <a:chOff x="261228" y="1591158"/>
              <a:chExt cx="3984545" cy="2506123"/>
            </a:xfrm>
          </p:grpSpPr>
          <p:sp>
            <p:nvSpPr>
              <p:cNvPr id="20" name="空心弧 19">
                <a:extLst>
                  <a:ext uri="{FF2B5EF4-FFF2-40B4-BE49-F238E27FC236}">
                    <a16:creationId xmlns:a16="http://schemas.microsoft.com/office/drawing/2014/main" id="{85BB1EBC-5C22-FC5B-615A-96558A8172FD}"/>
                  </a:ext>
                </a:extLst>
              </p:cNvPr>
              <p:cNvSpPr/>
              <p:nvPr/>
            </p:nvSpPr>
            <p:spPr>
              <a:xfrm>
                <a:off x="261228" y="1591158"/>
                <a:ext cx="2083417" cy="2083417"/>
              </a:xfrm>
              <a:prstGeom prst="blockArc">
                <a:avLst>
                  <a:gd name="adj1" fmla="val 10800000"/>
                  <a:gd name="adj2" fmla="val 886494"/>
                  <a:gd name="adj3" fmla="val 6460"/>
                </a:avLst>
              </a:prstGeom>
              <a:solidFill>
                <a:srgbClr val="0070C0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>
                  <a:solidFill>
                    <a:schemeClr val="tx1"/>
                  </a:solidFill>
                </a:endParaRPr>
              </a:p>
            </p:txBody>
          </p:sp>
          <p:sp>
            <p:nvSpPr>
              <p:cNvPr id="21" name="空心弧 20">
                <a:extLst>
                  <a:ext uri="{FF2B5EF4-FFF2-40B4-BE49-F238E27FC236}">
                    <a16:creationId xmlns:a16="http://schemas.microsoft.com/office/drawing/2014/main" id="{01E6C207-0D4C-C00A-C046-355933578261}"/>
                  </a:ext>
                </a:extLst>
              </p:cNvPr>
              <p:cNvSpPr/>
              <p:nvPr/>
            </p:nvSpPr>
            <p:spPr>
              <a:xfrm rot="10627852">
                <a:off x="2162356" y="2013864"/>
                <a:ext cx="2083417" cy="2083417"/>
              </a:xfrm>
              <a:prstGeom prst="blockArc">
                <a:avLst>
                  <a:gd name="adj1" fmla="val 10800000"/>
                  <a:gd name="adj2" fmla="val 886494"/>
                  <a:gd name="adj3" fmla="val 6460"/>
                </a:avLst>
              </a:prstGeom>
              <a:solidFill>
                <a:srgbClr val="0070C0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>
                  <a:solidFill>
                    <a:schemeClr val="tx1"/>
                  </a:solidFill>
                </a:endParaRPr>
              </a:p>
            </p:txBody>
          </p:sp>
        </p:grpSp>
        <p:grpSp>
          <p:nvGrpSpPr>
            <p:cNvPr id="22" name="组合 21">
              <a:extLst>
                <a:ext uri="{FF2B5EF4-FFF2-40B4-BE49-F238E27FC236}">
                  <a16:creationId xmlns:a16="http://schemas.microsoft.com/office/drawing/2014/main" id="{0594246B-AD3A-7D27-F928-20E7B20B9400}"/>
                </a:ext>
              </a:extLst>
            </p:cNvPr>
            <p:cNvGrpSpPr/>
            <p:nvPr/>
          </p:nvGrpSpPr>
          <p:grpSpPr>
            <a:xfrm rot="20772501">
              <a:off x="5283175" y="1118162"/>
              <a:ext cx="2510572" cy="1579052"/>
              <a:chOff x="261228" y="1591158"/>
              <a:chExt cx="3984545" cy="2506123"/>
            </a:xfrm>
          </p:grpSpPr>
          <p:sp>
            <p:nvSpPr>
              <p:cNvPr id="23" name="空心弧 22">
                <a:extLst>
                  <a:ext uri="{FF2B5EF4-FFF2-40B4-BE49-F238E27FC236}">
                    <a16:creationId xmlns:a16="http://schemas.microsoft.com/office/drawing/2014/main" id="{7CAA07F6-496C-F581-EDFB-9D2CA3CA7F57}"/>
                  </a:ext>
                </a:extLst>
              </p:cNvPr>
              <p:cNvSpPr/>
              <p:nvPr/>
            </p:nvSpPr>
            <p:spPr>
              <a:xfrm>
                <a:off x="261228" y="1591158"/>
                <a:ext cx="2083417" cy="2083417"/>
              </a:xfrm>
              <a:prstGeom prst="blockArc">
                <a:avLst>
                  <a:gd name="adj1" fmla="val 10800000"/>
                  <a:gd name="adj2" fmla="val 886494"/>
                  <a:gd name="adj3" fmla="val 6460"/>
                </a:avLst>
              </a:prstGeom>
              <a:solidFill>
                <a:srgbClr val="0070C0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>
                  <a:solidFill>
                    <a:schemeClr val="tx1"/>
                  </a:solidFill>
                </a:endParaRPr>
              </a:p>
            </p:txBody>
          </p:sp>
          <p:sp>
            <p:nvSpPr>
              <p:cNvPr id="24" name="空心弧 23">
                <a:extLst>
                  <a:ext uri="{FF2B5EF4-FFF2-40B4-BE49-F238E27FC236}">
                    <a16:creationId xmlns:a16="http://schemas.microsoft.com/office/drawing/2014/main" id="{B8FF70A2-145B-0172-9F42-F9BB799689D1}"/>
                  </a:ext>
                </a:extLst>
              </p:cNvPr>
              <p:cNvSpPr/>
              <p:nvPr/>
            </p:nvSpPr>
            <p:spPr>
              <a:xfrm rot="10627852">
                <a:off x="2162356" y="2013864"/>
                <a:ext cx="2083417" cy="2083417"/>
              </a:xfrm>
              <a:prstGeom prst="blockArc">
                <a:avLst>
                  <a:gd name="adj1" fmla="val 10800000"/>
                  <a:gd name="adj2" fmla="val 886494"/>
                  <a:gd name="adj3" fmla="val 6460"/>
                </a:avLst>
              </a:prstGeom>
              <a:solidFill>
                <a:srgbClr val="0070C0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>
                  <a:solidFill>
                    <a:schemeClr val="tx1"/>
                  </a:solidFill>
                </a:endParaRPr>
              </a:p>
            </p:txBody>
          </p:sp>
        </p:grpSp>
      </p:grpSp>
      <p:sp>
        <p:nvSpPr>
          <p:cNvPr id="29" name="文本框 28">
            <a:extLst>
              <a:ext uri="{FF2B5EF4-FFF2-40B4-BE49-F238E27FC236}">
                <a16:creationId xmlns:a16="http://schemas.microsoft.com/office/drawing/2014/main" id="{E52C223D-29EB-7AB1-EFDC-0F387849725F}"/>
              </a:ext>
            </a:extLst>
          </p:cNvPr>
          <p:cNvSpPr txBox="1"/>
          <p:nvPr/>
        </p:nvSpPr>
        <p:spPr>
          <a:xfrm>
            <a:off x="5640483" y="2315278"/>
            <a:ext cx="1127232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zh-CN" sz="1400" b="1" i="1" dirty="0">
                <a:latin typeface="Times New Roman" panose="02020603050405020304" pitchFamily="18" charset="0"/>
              </a:rPr>
              <a:t>25</a:t>
            </a:r>
            <a:r>
              <a:rPr lang="en-US" altLang="zh-CN" sz="1400" b="1" i="1" baseline="30000" dirty="0">
                <a:latin typeface="Times New Roman" panose="02020603050405020304" pitchFamily="18" charset="0"/>
              </a:rPr>
              <a:t>th</a:t>
            </a:r>
            <a:r>
              <a:rPr lang="en-US" altLang="zh-CN" sz="1400" b="1" i="1" dirty="0">
                <a:latin typeface="Times New Roman" panose="02020603050405020304" pitchFamily="18" charset="0"/>
              </a:rPr>
              <a:t>  NACP</a:t>
            </a:r>
          </a:p>
          <a:p>
            <a:pPr algn="ctr"/>
            <a:r>
              <a:rPr lang="en-US" altLang="zh-CN" sz="1400" b="1" i="1" dirty="0">
                <a:latin typeface="Times New Roman" panose="02020603050405020304" pitchFamily="18" charset="0"/>
              </a:rPr>
              <a:t>2023.10.14   </a:t>
            </a:r>
          </a:p>
        </p:txBody>
      </p:sp>
      <p:pic>
        <p:nvPicPr>
          <p:cNvPr id="32" name="图片 31">
            <a:extLst>
              <a:ext uri="{FF2B5EF4-FFF2-40B4-BE49-F238E27FC236}">
                <a16:creationId xmlns:a16="http://schemas.microsoft.com/office/drawing/2014/main" id="{BE68A73E-7ADE-0DDF-6CBB-2333C3CF1F6B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046867" y="2073916"/>
            <a:ext cx="677250" cy="761671"/>
          </a:xfrm>
          <a:prstGeom prst="rect">
            <a:avLst/>
          </a:prstGeom>
        </p:spPr>
      </p:pic>
      <p:sp>
        <p:nvSpPr>
          <p:cNvPr id="33" name="文本框 32">
            <a:extLst>
              <a:ext uri="{FF2B5EF4-FFF2-40B4-BE49-F238E27FC236}">
                <a16:creationId xmlns:a16="http://schemas.microsoft.com/office/drawing/2014/main" id="{A17D590D-0D8B-3AB7-16F8-C543FC2DE4E1}"/>
              </a:ext>
            </a:extLst>
          </p:cNvPr>
          <p:cNvSpPr txBox="1"/>
          <p:nvPr/>
        </p:nvSpPr>
        <p:spPr>
          <a:xfrm>
            <a:off x="6879402" y="2844114"/>
            <a:ext cx="1051891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1400" b="1" i="1" dirty="0">
                <a:latin typeface="Times New Roman" panose="02020603050405020304" pitchFamily="18" charset="0"/>
              </a:rPr>
              <a:t>2025.10.6-8</a:t>
            </a:r>
            <a:endParaRPr lang="zh-CN" altLang="en-US" sz="1400" b="1" i="1" dirty="0">
              <a:latin typeface="Times New Roman" panose="02020603050405020304" pitchFamily="18" charset="0"/>
            </a:endParaRPr>
          </a:p>
        </p:txBody>
      </p:sp>
      <p:sp>
        <p:nvSpPr>
          <p:cNvPr id="35" name="文本框 34">
            <a:extLst>
              <a:ext uri="{FF2B5EF4-FFF2-40B4-BE49-F238E27FC236}">
                <a16:creationId xmlns:a16="http://schemas.microsoft.com/office/drawing/2014/main" id="{3C33BB23-4701-4345-6B70-ED53B8051AE7}"/>
              </a:ext>
            </a:extLst>
          </p:cNvPr>
          <p:cNvSpPr txBox="1"/>
          <p:nvPr/>
        </p:nvSpPr>
        <p:spPr>
          <a:xfrm>
            <a:off x="4320244" y="2134180"/>
            <a:ext cx="1282641" cy="9541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zh-CN" sz="1400" b="1" i="1" dirty="0">
                <a:latin typeface="Times New Roman" panose="02020603050405020304" pitchFamily="18" charset="0"/>
              </a:rPr>
              <a:t>PCI-RR</a:t>
            </a:r>
          </a:p>
          <a:p>
            <a:pPr algn="ctr"/>
            <a:r>
              <a:rPr lang="en-US" altLang="zh-CN" sz="1400" b="1" i="1" dirty="0">
                <a:latin typeface="Times New Roman" panose="02020603050405020304" pitchFamily="18" charset="0"/>
              </a:rPr>
              <a:t>Stage1 acceptance</a:t>
            </a:r>
          </a:p>
          <a:p>
            <a:pPr algn="ctr"/>
            <a:r>
              <a:rPr lang="en-US" altLang="zh-CN" sz="1400" b="1" i="1" dirty="0">
                <a:latin typeface="Times New Roman" panose="02020603050405020304" pitchFamily="18" charset="0"/>
              </a:rPr>
              <a:t>2023.04.03</a:t>
            </a:r>
            <a:endParaRPr lang="zh-CN" altLang="en-US" sz="1400" b="1" i="1" dirty="0">
              <a:latin typeface="Times New Roman" panose="02020603050405020304" pitchFamily="18" charset="0"/>
            </a:endParaRPr>
          </a:p>
        </p:txBody>
      </p:sp>
      <p:sp>
        <p:nvSpPr>
          <p:cNvPr id="125" name="文本框 124">
            <a:extLst>
              <a:ext uri="{FF2B5EF4-FFF2-40B4-BE49-F238E27FC236}">
                <a16:creationId xmlns:a16="http://schemas.microsoft.com/office/drawing/2014/main" id="{87C7728D-5F73-4CE5-BB13-D31D735E15E4}"/>
              </a:ext>
            </a:extLst>
          </p:cNvPr>
          <p:cNvSpPr txBox="1"/>
          <p:nvPr/>
        </p:nvSpPr>
        <p:spPr>
          <a:xfrm>
            <a:off x="179512" y="165801"/>
            <a:ext cx="2520242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2400" b="1" i="1" dirty="0">
                <a:solidFill>
                  <a:schemeClr val="bg1"/>
                </a:solidFill>
                <a:latin typeface="Times New Roman" panose="02020603050405020304" pitchFamily="18" charset="0"/>
              </a:rPr>
              <a:t>Research progress</a:t>
            </a:r>
          </a:p>
        </p:txBody>
      </p:sp>
    </p:spTree>
    <p:extLst>
      <p:ext uri="{BB962C8B-B14F-4D97-AF65-F5344CB8AC3E}">
        <p14:creationId xmlns:p14="http://schemas.microsoft.com/office/powerpoint/2010/main" val="225423753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/>
    </mc:Choice>
    <mc:Fallback xmlns="">
      <p:transition spd="slow" advClick="0"/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B80304B-0FE9-5230-08B1-6C2B767CFEB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文本框 10">
            <a:extLst>
              <a:ext uri="{FF2B5EF4-FFF2-40B4-BE49-F238E27FC236}">
                <a16:creationId xmlns:a16="http://schemas.microsoft.com/office/drawing/2014/main" id="{558F7C83-278F-C9B8-F8FC-DF3D95EFBC9D}"/>
              </a:ext>
            </a:extLst>
          </p:cNvPr>
          <p:cNvSpPr txBox="1"/>
          <p:nvPr/>
        </p:nvSpPr>
        <p:spPr>
          <a:xfrm>
            <a:off x="4825365" y="5765165"/>
            <a:ext cx="254127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>
                <a:solidFill>
                  <a:schemeClr val="bg2">
                    <a:lumMod val="90000"/>
                  </a:schemeClr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华中师范大学研究生会</a:t>
            </a:r>
          </a:p>
        </p:txBody>
      </p:sp>
      <p:pic>
        <p:nvPicPr>
          <p:cNvPr id="8" name="图片 7">
            <a:extLst>
              <a:ext uri="{FF2B5EF4-FFF2-40B4-BE49-F238E27FC236}">
                <a16:creationId xmlns:a16="http://schemas.microsoft.com/office/drawing/2014/main" id="{908B1971-41BB-2723-43B7-9C95FE681DFD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79866"/>
          <a:stretch/>
        </p:blipFill>
        <p:spPr>
          <a:xfrm>
            <a:off x="-513" y="-19034"/>
            <a:ext cx="9144000" cy="873798"/>
          </a:xfrm>
          <a:prstGeom prst="rect">
            <a:avLst/>
          </a:prstGeom>
        </p:spPr>
      </p:pic>
      <p:pic>
        <p:nvPicPr>
          <p:cNvPr id="4" name="图片 3">
            <a:extLst>
              <a:ext uri="{FF2B5EF4-FFF2-40B4-BE49-F238E27FC236}">
                <a16:creationId xmlns:a16="http://schemas.microsoft.com/office/drawing/2014/main" id="{56F25816-9D8E-E5CB-D465-E0D188B8FAE5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77174" b="79866"/>
          <a:stretch/>
        </p:blipFill>
        <p:spPr>
          <a:xfrm>
            <a:off x="-1" y="-1"/>
            <a:ext cx="3347865" cy="847697"/>
          </a:xfrm>
          <a:prstGeom prst="rect">
            <a:avLst/>
          </a:prstGeom>
          <a:ln>
            <a:noFill/>
          </a:ln>
        </p:spPr>
      </p:pic>
      <p:sp>
        <p:nvSpPr>
          <p:cNvPr id="125" name="文本框 124">
            <a:extLst>
              <a:ext uri="{FF2B5EF4-FFF2-40B4-BE49-F238E27FC236}">
                <a16:creationId xmlns:a16="http://schemas.microsoft.com/office/drawing/2014/main" id="{46107CF4-2946-AC39-27E6-CCB01E51A5E0}"/>
              </a:ext>
            </a:extLst>
          </p:cNvPr>
          <p:cNvSpPr txBox="1"/>
          <p:nvPr/>
        </p:nvSpPr>
        <p:spPr>
          <a:xfrm>
            <a:off x="179512" y="165801"/>
            <a:ext cx="2520242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2400" b="1" i="1" dirty="0">
                <a:solidFill>
                  <a:schemeClr val="bg1"/>
                </a:solidFill>
                <a:latin typeface="Times New Roman" panose="02020603050405020304" pitchFamily="18" charset="0"/>
              </a:rPr>
              <a:t>Research progress</a:t>
            </a: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0BF9D54A-3E5F-0C49-E794-C4FDCC10E4A8}"/>
              </a:ext>
            </a:extLst>
          </p:cNvPr>
          <p:cNvSpPr txBox="1"/>
          <p:nvPr/>
        </p:nvSpPr>
        <p:spPr>
          <a:xfrm>
            <a:off x="179512" y="2274846"/>
            <a:ext cx="3024336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zh-CN" sz="2400" b="1" i="1" dirty="0">
                <a:latin typeface="Times New Roman" panose="02020603050405020304" pitchFamily="18" charset="0"/>
              </a:rPr>
              <a:t>PCI-RR Stage2 </a:t>
            </a:r>
          </a:p>
          <a:p>
            <a:pPr algn="ctr"/>
            <a:r>
              <a:rPr lang="en-US" altLang="zh-CN" sz="2400" b="1" i="1" dirty="0">
                <a:latin typeface="Times New Roman" panose="02020603050405020304" pitchFamily="18" charset="0"/>
              </a:rPr>
              <a:t>2026.2.19</a:t>
            </a:r>
            <a:endParaRPr lang="zh-CN" altLang="en-US" sz="2400" b="1" i="1" dirty="0">
              <a:latin typeface="Times New Roman" panose="02020603050405020304" pitchFamily="18" charset="0"/>
            </a:endParaRPr>
          </a:p>
        </p:txBody>
      </p:sp>
      <p:sp>
        <p:nvSpPr>
          <p:cNvPr id="14" name="箭头: 虚尾 13">
            <a:extLst>
              <a:ext uri="{FF2B5EF4-FFF2-40B4-BE49-F238E27FC236}">
                <a16:creationId xmlns:a16="http://schemas.microsoft.com/office/drawing/2014/main" id="{FA2AF763-F573-EEAA-708B-75FD4E73E115}"/>
              </a:ext>
            </a:extLst>
          </p:cNvPr>
          <p:cNvSpPr/>
          <p:nvPr/>
        </p:nvSpPr>
        <p:spPr>
          <a:xfrm>
            <a:off x="3455988" y="2137061"/>
            <a:ext cx="1368152" cy="1172903"/>
          </a:xfrm>
          <a:prstGeom prst="stripedRightArrow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6" name="文本框 25">
            <a:extLst>
              <a:ext uri="{FF2B5EF4-FFF2-40B4-BE49-F238E27FC236}">
                <a16:creationId xmlns:a16="http://schemas.microsoft.com/office/drawing/2014/main" id="{3412CC8D-5E40-E817-DE05-FD894BC3F066}"/>
              </a:ext>
            </a:extLst>
          </p:cNvPr>
          <p:cNvSpPr txBox="1"/>
          <p:nvPr/>
        </p:nvSpPr>
        <p:spPr>
          <a:xfrm>
            <a:off x="5220072" y="2461902"/>
            <a:ext cx="3500120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indent="0" algn="l">
              <a:spcBef>
                <a:spcPts val="1500"/>
              </a:spcBef>
              <a:buNone/>
            </a:pPr>
            <a:r>
              <a:rPr lang="zh-CN" altLang="zh-CN" sz="2800" b="0" i="1" dirty="0">
                <a:effectLst/>
                <a:latin typeface="Open Sans" panose="020B0606030504020204" pitchFamily="34" charset="0"/>
              </a:rPr>
              <a:t>Revision</a:t>
            </a:r>
            <a:r>
              <a:rPr lang="en-US" altLang="zh-CN" sz="2800" b="0" i="1" dirty="0">
                <a:effectLst/>
                <a:latin typeface="Open Sans" panose="020B0606030504020204" pitchFamily="34" charset="0"/>
              </a:rPr>
              <a:t> </a:t>
            </a:r>
            <a:r>
              <a:rPr lang="zh-CN" altLang="zh-CN" sz="2800" b="0" i="1" dirty="0">
                <a:effectLst/>
                <a:latin typeface="Open Sans" panose="020B0606030504020204" pitchFamily="34" charset="0"/>
              </a:rPr>
              <a:t>round </a:t>
            </a:r>
            <a:r>
              <a:rPr lang="zh-CN" altLang="zh-CN" sz="2800" b="1" i="1" dirty="0">
                <a:effectLst/>
                <a:latin typeface="Open Sans" panose="020B0606030504020204" pitchFamily="34" charset="0"/>
              </a:rPr>
              <a:t>#2</a:t>
            </a:r>
            <a:endParaRPr lang="zh-CN" altLang="zh-CN" sz="2800" b="0" i="0" dirty="0">
              <a:effectLst/>
              <a:latin typeface="Open Sans" panose="020B0606030504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15100272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/>
    </mc:Choice>
    <mc:Fallback xmlns="">
      <p:transition spd="slow" advClick="0"/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23BE9951-E948-F238-3D25-1255A18EC44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文本框 10">
            <a:extLst>
              <a:ext uri="{FF2B5EF4-FFF2-40B4-BE49-F238E27FC236}">
                <a16:creationId xmlns:a16="http://schemas.microsoft.com/office/drawing/2014/main" id="{D5640CDC-5850-A261-4472-F63118D964AB}"/>
              </a:ext>
            </a:extLst>
          </p:cNvPr>
          <p:cNvSpPr txBox="1"/>
          <p:nvPr/>
        </p:nvSpPr>
        <p:spPr>
          <a:xfrm>
            <a:off x="4825365" y="5765165"/>
            <a:ext cx="254127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>
                <a:solidFill>
                  <a:schemeClr val="bg2">
                    <a:lumMod val="90000"/>
                  </a:schemeClr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华中师范大学研究生会</a:t>
            </a:r>
          </a:p>
        </p:txBody>
      </p:sp>
      <p:pic>
        <p:nvPicPr>
          <p:cNvPr id="8" name="图片 7">
            <a:extLst>
              <a:ext uri="{FF2B5EF4-FFF2-40B4-BE49-F238E27FC236}">
                <a16:creationId xmlns:a16="http://schemas.microsoft.com/office/drawing/2014/main" id="{DB32012D-6B09-DCDE-EF82-8E7B7074610B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79866"/>
          <a:stretch/>
        </p:blipFill>
        <p:spPr>
          <a:xfrm>
            <a:off x="-513" y="-19034"/>
            <a:ext cx="9144000" cy="873798"/>
          </a:xfrm>
          <a:prstGeom prst="rect">
            <a:avLst/>
          </a:prstGeom>
        </p:spPr>
      </p:pic>
      <p:pic>
        <p:nvPicPr>
          <p:cNvPr id="30" name="图片 29">
            <a:extLst>
              <a:ext uri="{FF2B5EF4-FFF2-40B4-BE49-F238E27FC236}">
                <a16:creationId xmlns:a16="http://schemas.microsoft.com/office/drawing/2014/main" id="{1A18584A-81F6-D6D4-6398-9AE74FFF7009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77174" b="79866"/>
          <a:stretch/>
        </p:blipFill>
        <p:spPr>
          <a:xfrm>
            <a:off x="-1" y="-1"/>
            <a:ext cx="3347865" cy="849911"/>
          </a:xfrm>
          <a:prstGeom prst="rect">
            <a:avLst/>
          </a:prstGeom>
          <a:ln>
            <a:noFill/>
          </a:ln>
        </p:spPr>
      </p:pic>
      <p:sp>
        <p:nvSpPr>
          <p:cNvPr id="4" name="文本框 3">
            <a:extLst>
              <a:ext uri="{FF2B5EF4-FFF2-40B4-BE49-F238E27FC236}">
                <a16:creationId xmlns:a16="http://schemas.microsoft.com/office/drawing/2014/main" id="{30AFA4D2-AC3A-1DC7-E057-D043381D639C}"/>
              </a:ext>
            </a:extLst>
          </p:cNvPr>
          <p:cNvSpPr txBox="1"/>
          <p:nvPr/>
        </p:nvSpPr>
        <p:spPr>
          <a:xfrm>
            <a:off x="107504" y="187032"/>
            <a:ext cx="226215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2400" b="1" i="1" dirty="0">
                <a:solidFill>
                  <a:schemeClr val="bg1"/>
                </a:solidFill>
                <a:latin typeface="Times New Roman" panose="02020603050405020304" pitchFamily="18" charset="0"/>
              </a:rPr>
              <a:t>Folder structure</a:t>
            </a:r>
          </a:p>
        </p:txBody>
      </p:sp>
      <p:pic>
        <p:nvPicPr>
          <p:cNvPr id="6" name="图片 5">
            <a:extLst>
              <a:ext uri="{FF2B5EF4-FFF2-40B4-BE49-F238E27FC236}">
                <a16:creationId xmlns:a16="http://schemas.microsoft.com/office/drawing/2014/main" id="{DA53952C-F345-3FEB-F96E-21874B222DB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915816" y="-2668"/>
            <a:ext cx="5018579" cy="51435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9998417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/>
    </mc:Choice>
    <mc:Fallback xmlns="">
      <p:transition spd="slow" advClick="0"/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0E8F09C-56C3-354E-E732-788839B4940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文本框 10">
            <a:extLst>
              <a:ext uri="{FF2B5EF4-FFF2-40B4-BE49-F238E27FC236}">
                <a16:creationId xmlns:a16="http://schemas.microsoft.com/office/drawing/2014/main" id="{30AD5FC4-FB2C-D91A-4381-481E6E0E7915}"/>
              </a:ext>
            </a:extLst>
          </p:cNvPr>
          <p:cNvSpPr txBox="1"/>
          <p:nvPr/>
        </p:nvSpPr>
        <p:spPr>
          <a:xfrm>
            <a:off x="4825365" y="5765165"/>
            <a:ext cx="254127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>
                <a:solidFill>
                  <a:schemeClr val="bg2">
                    <a:lumMod val="90000"/>
                  </a:schemeClr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华中师范大学研究生会</a:t>
            </a:r>
          </a:p>
        </p:txBody>
      </p:sp>
      <p:pic>
        <p:nvPicPr>
          <p:cNvPr id="8" name="图片 7">
            <a:extLst>
              <a:ext uri="{FF2B5EF4-FFF2-40B4-BE49-F238E27FC236}">
                <a16:creationId xmlns:a16="http://schemas.microsoft.com/office/drawing/2014/main" id="{098FD706-02EB-6E5F-320E-6E5E40667A11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79866"/>
          <a:stretch/>
        </p:blipFill>
        <p:spPr>
          <a:xfrm>
            <a:off x="-513" y="-19034"/>
            <a:ext cx="9144000" cy="873798"/>
          </a:xfrm>
          <a:prstGeom prst="rect">
            <a:avLst/>
          </a:prstGeom>
        </p:spPr>
      </p:pic>
      <p:pic>
        <p:nvPicPr>
          <p:cNvPr id="30" name="图片 29">
            <a:extLst>
              <a:ext uri="{FF2B5EF4-FFF2-40B4-BE49-F238E27FC236}">
                <a16:creationId xmlns:a16="http://schemas.microsoft.com/office/drawing/2014/main" id="{17FDEC12-601A-3735-531F-B63414ECBF24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77174" b="79866"/>
          <a:stretch/>
        </p:blipFill>
        <p:spPr>
          <a:xfrm>
            <a:off x="-1" y="-1"/>
            <a:ext cx="3347865" cy="849911"/>
          </a:xfrm>
          <a:prstGeom prst="rect">
            <a:avLst/>
          </a:prstGeom>
          <a:ln>
            <a:noFill/>
          </a:ln>
        </p:spPr>
      </p:pic>
      <p:sp>
        <p:nvSpPr>
          <p:cNvPr id="4" name="文本框 3">
            <a:extLst>
              <a:ext uri="{FF2B5EF4-FFF2-40B4-BE49-F238E27FC236}">
                <a16:creationId xmlns:a16="http://schemas.microsoft.com/office/drawing/2014/main" id="{4D3CFCD1-6A66-66F0-0C57-2DF9C9B4CFED}"/>
              </a:ext>
            </a:extLst>
          </p:cNvPr>
          <p:cNvSpPr txBox="1"/>
          <p:nvPr/>
        </p:nvSpPr>
        <p:spPr>
          <a:xfrm>
            <a:off x="107504" y="159840"/>
            <a:ext cx="2089033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2400" b="1" i="1" dirty="0" err="1">
                <a:solidFill>
                  <a:schemeClr val="bg1"/>
                </a:solidFill>
                <a:latin typeface="Times New Roman" panose="02020603050405020304" pitchFamily="18" charset="0"/>
              </a:rPr>
              <a:t>Github</a:t>
            </a:r>
            <a:r>
              <a:rPr lang="en-US" altLang="zh-CN" sz="2400" b="1" i="1" dirty="0">
                <a:solidFill>
                  <a:schemeClr val="bg1"/>
                </a:solidFill>
                <a:latin typeface="Times New Roman" panose="02020603050405020304" pitchFamily="18" charset="0"/>
              </a:rPr>
              <a:t> commit</a:t>
            </a:r>
          </a:p>
        </p:txBody>
      </p:sp>
      <p:pic>
        <p:nvPicPr>
          <p:cNvPr id="7" name="图片 6">
            <a:extLst>
              <a:ext uri="{FF2B5EF4-FFF2-40B4-BE49-F238E27FC236}">
                <a16:creationId xmlns:a16="http://schemas.microsoft.com/office/drawing/2014/main" id="{9E5E2CED-720A-06DC-7088-8EB6E13C0D9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67929" y="3210202"/>
            <a:ext cx="6607113" cy="1722269"/>
          </a:xfrm>
          <a:prstGeom prst="rect">
            <a:avLst/>
          </a:prstGeom>
        </p:spPr>
      </p:pic>
      <p:pic>
        <p:nvPicPr>
          <p:cNvPr id="12" name="图片 11">
            <a:extLst>
              <a:ext uri="{FF2B5EF4-FFF2-40B4-BE49-F238E27FC236}">
                <a16:creationId xmlns:a16="http://schemas.microsoft.com/office/drawing/2014/main" id="{5BC4A6EE-693E-5C59-01BD-4E9BD126C79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33637" y="1072163"/>
            <a:ext cx="6675698" cy="179847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1129312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/>
    </mc:Choice>
    <mc:Fallback xmlns="">
      <p:transition spd="slow" advClick="0"/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图片 5">
            <a:extLst>
              <a:ext uri="{FF2B5EF4-FFF2-40B4-BE49-F238E27FC236}">
                <a16:creationId xmlns:a16="http://schemas.microsoft.com/office/drawing/2014/main" id="{377843C9-6977-4B81-5E92-EA7CA745D0BB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79866"/>
          <a:stretch/>
        </p:blipFill>
        <p:spPr>
          <a:xfrm>
            <a:off x="-1" y="-1474"/>
            <a:ext cx="9144000" cy="873798"/>
          </a:xfrm>
          <a:prstGeom prst="rect">
            <a:avLst/>
          </a:prstGeom>
        </p:spPr>
      </p:pic>
      <p:pic>
        <p:nvPicPr>
          <p:cNvPr id="7" name="图片 6">
            <a:extLst>
              <a:ext uri="{FF2B5EF4-FFF2-40B4-BE49-F238E27FC236}">
                <a16:creationId xmlns:a16="http://schemas.microsoft.com/office/drawing/2014/main" id="{2A61CA34-FDF5-D7F5-23B1-D56845ADE45A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79866"/>
          <a:stretch/>
        </p:blipFill>
        <p:spPr>
          <a:xfrm>
            <a:off x="0" y="4636537"/>
            <a:ext cx="9144000" cy="873798"/>
          </a:xfrm>
          <a:prstGeom prst="rect">
            <a:avLst/>
          </a:prstGeom>
        </p:spPr>
      </p:pic>
      <p:sp>
        <p:nvSpPr>
          <p:cNvPr id="12" name="文本框 11">
            <a:extLst>
              <a:ext uri="{FF2B5EF4-FFF2-40B4-BE49-F238E27FC236}">
                <a16:creationId xmlns:a16="http://schemas.microsoft.com/office/drawing/2014/main" id="{BEDD8410-995D-C7E2-A1C9-255BDA438CA5}"/>
              </a:ext>
            </a:extLst>
          </p:cNvPr>
          <p:cNvSpPr txBox="1"/>
          <p:nvPr/>
        </p:nvSpPr>
        <p:spPr>
          <a:xfrm>
            <a:off x="3122964" y="2202995"/>
            <a:ext cx="2898070" cy="7375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sz="3200" b="1" dirty="0">
                <a:latin typeface="Times New Roman" panose="02020603050405020304" pitchFamily="18" charset="0"/>
                <a:ea typeface="宋体" panose="02010600030101010101" pitchFamily="2" charset="-122"/>
              </a:rPr>
              <a:t>感谢大家倾听！</a:t>
            </a:r>
          </a:p>
        </p:txBody>
      </p:sp>
      <p:pic>
        <p:nvPicPr>
          <p:cNvPr id="27" name="图片 26">
            <a:extLst>
              <a:ext uri="{FF2B5EF4-FFF2-40B4-BE49-F238E27FC236}">
                <a16:creationId xmlns:a16="http://schemas.microsoft.com/office/drawing/2014/main" id="{62ADFC15-24FA-AC6A-3A44-CBAB4186B010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77174" b="79866"/>
          <a:stretch/>
        </p:blipFill>
        <p:spPr>
          <a:xfrm>
            <a:off x="-1" y="0"/>
            <a:ext cx="3347865" cy="872324"/>
          </a:xfrm>
          <a:prstGeom prst="rect">
            <a:avLst/>
          </a:prstGeom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2022561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/>
    </mc:Choice>
    <mc:Fallback xmlns="">
      <p:transition spd="slow" advClick="0"/>
    </mc:Fallback>
  </mc:AlternateContent>
</p:sld>
</file>

<file path=ppt/theme/theme1.xml><?xml version="1.0" encoding="utf-8"?>
<a:theme xmlns:a="http://schemas.openxmlformats.org/drawingml/2006/main" name="第一PPT，www.1ppt.com​">
  <a:themeElements>
    <a:clrScheme name="自定义 1">
      <a:dk1>
        <a:srgbClr val="333333"/>
      </a:dk1>
      <a:lt1>
        <a:srgbClr val="FFFFFF"/>
      </a:lt1>
      <a:dk2>
        <a:srgbClr val="333333"/>
      </a:dk2>
      <a:lt2>
        <a:srgbClr val="FFFFFF"/>
      </a:lt2>
      <a:accent1>
        <a:srgbClr val="1D69A3"/>
      </a:accent1>
      <a:accent2>
        <a:srgbClr val="84CBC3"/>
      </a:accent2>
      <a:accent3>
        <a:srgbClr val="F8D158"/>
      </a:accent3>
      <a:accent4>
        <a:srgbClr val="F57365"/>
      </a:accent4>
      <a:accent5>
        <a:srgbClr val="7FC9EC"/>
      </a:accent5>
      <a:accent6>
        <a:srgbClr val="8689D0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1926</TotalTime>
  <Words>227</Words>
  <Application>Microsoft Office PowerPoint</Application>
  <PresentationFormat>全屏显示(16:9)</PresentationFormat>
  <Paragraphs>50</Paragraphs>
  <Slides>12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5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12</vt:i4>
      </vt:variant>
    </vt:vector>
  </HeadingPairs>
  <TitlesOfParts>
    <vt:vector size="18" baseType="lpstr">
      <vt:lpstr>宋体</vt:lpstr>
      <vt:lpstr>Arial</vt:lpstr>
      <vt:lpstr>Calibri</vt:lpstr>
      <vt:lpstr>Open Sans</vt:lpstr>
      <vt:lpstr>Times New Roman</vt:lpstr>
      <vt:lpstr>第一PPT，www.1ppt.com​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https://www.ypppt.com/</dc:title>
  <dc:subject>https://www.ypppt.com/</dc:subject>
  <dc:creator>优品PPT</dc:creator>
  <cp:lastModifiedBy>磊 岳</cp:lastModifiedBy>
  <cp:revision>408</cp:revision>
  <dcterms:created xsi:type="dcterms:W3CDTF">2016-04-09T09:29:00Z</dcterms:created>
  <dcterms:modified xsi:type="dcterms:W3CDTF">2026-07-09T07:20:19Z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2052-11.1.0.9740</vt:lpwstr>
  </property>
</Properties>
</file>